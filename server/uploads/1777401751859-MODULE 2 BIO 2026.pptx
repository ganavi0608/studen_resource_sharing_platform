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50"/>
  </p:notesMasterIdLst>
  <p:sldIdLst>
    <p:sldId id="285" r:id="rId2"/>
    <p:sldId id="259" r:id="rId3"/>
    <p:sldId id="260" r:id="rId4"/>
    <p:sldId id="296" r:id="rId5"/>
    <p:sldId id="293" r:id="rId6"/>
    <p:sldId id="294" r:id="rId7"/>
    <p:sldId id="298" r:id="rId8"/>
    <p:sldId id="297" r:id="rId9"/>
    <p:sldId id="299" r:id="rId10"/>
    <p:sldId id="300" r:id="rId11"/>
    <p:sldId id="286" r:id="rId12"/>
    <p:sldId id="263" r:id="rId13"/>
    <p:sldId id="261" r:id="rId14"/>
    <p:sldId id="262" r:id="rId15"/>
    <p:sldId id="295" r:id="rId16"/>
    <p:sldId id="264" r:id="rId17"/>
    <p:sldId id="265" r:id="rId18"/>
    <p:sldId id="266" r:id="rId19"/>
    <p:sldId id="267" r:id="rId20"/>
    <p:sldId id="268" r:id="rId21"/>
    <p:sldId id="287" r:id="rId22"/>
    <p:sldId id="269" r:id="rId23"/>
    <p:sldId id="270" r:id="rId24"/>
    <p:sldId id="301" r:id="rId25"/>
    <p:sldId id="271" r:id="rId26"/>
    <p:sldId id="272" r:id="rId27"/>
    <p:sldId id="273" r:id="rId28"/>
    <p:sldId id="274" r:id="rId29"/>
    <p:sldId id="275" r:id="rId30"/>
    <p:sldId id="302" r:id="rId31"/>
    <p:sldId id="276" r:id="rId32"/>
    <p:sldId id="277" r:id="rId33"/>
    <p:sldId id="278" r:id="rId34"/>
    <p:sldId id="303" r:id="rId35"/>
    <p:sldId id="279" r:id="rId36"/>
    <p:sldId id="280" r:id="rId37"/>
    <p:sldId id="304" r:id="rId38"/>
    <p:sldId id="288" r:id="rId39"/>
    <p:sldId id="305" r:id="rId40"/>
    <p:sldId id="289" r:id="rId41"/>
    <p:sldId id="306" r:id="rId42"/>
    <p:sldId id="290" r:id="rId43"/>
    <p:sldId id="291" r:id="rId44"/>
    <p:sldId id="307" r:id="rId45"/>
    <p:sldId id="292" r:id="rId46"/>
    <p:sldId id="281" r:id="rId47"/>
    <p:sldId id="282" r:id="rId48"/>
    <p:sldId id="283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B22E7D-5931-46FC-A1AC-8812B599E0D8}" v="20" dt="2026-03-02T03:35:52.2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hurakulal21@gmail.com" userId="e12729b43c884c98" providerId="LiveId" clId="{C10A4415-2DFF-4EAC-B40B-293AD45E2BDE}"/>
    <pc:docChg chg="undo custSel addSld delSld modSld sldOrd">
      <pc:chgData name="madhurakulal21@gmail.com" userId="e12729b43c884c98" providerId="LiveId" clId="{C10A4415-2DFF-4EAC-B40B-293AD45E2BDE}" dt="2026-03-05T09:24:29.108" v="936" actId="1036"/>
      <pc:docMkLst>
        <pc:docMk/>
      </pc:docMkLst>
      <pc:sldChg chg="addSp modSp mod">
        <pc:chgData name="madhurakulal21@gmail.com" userId="e12729b43c884c98" providerId="LiveId" clId="{C10A4415-2DFF-4EAC-B40B-293AD45E2BDE}" dt="2026-02-19T03:35:37.134" v="695" actId="2711"/>
        <pc:sldMkLst>
          <pc:docMk/>
          <pc:sldMk cId="3498029428" sldId="261"/>
        </pc:sldMkLst>
        <pc:spChg chg="add mod">
          <ac:chgData name="madhurakulal21@gmail.com" userId="e12729b43c884c98" providerId="LiveId" clId="{C10A4415-2DFF-4EAC-B40B-293AD45E2BDE}" dt="2026-02-19T03:35:37.134" v="695" actId="2711"/>
          <ac:spMkLst>
            <pc:docMk/>
            <pc:sldMk cId="3498029428" sldId="261"/>
            <ac:spMk id="3" creationId="{EF1629C2-0E9D-F83E-F487-74768B8C4D01}"/>
          </ac:spMkLst>
        </pc:spChg>
      </pc:sldChg>
      <pc:sldChg chg="addSp modSp new mod">
        <pc:chgData name="madhurakulal21@gmail.com" userId="e12729b43c884c98" providerId="LiveId" clId="{C10A4415-2DFF-4EAC-B40B-293AD45E2BDE}" dt="2026-02-18T04:15:21.799" v="668" actId="20577"/>
        <pc:sldMkLst>
          <pc:docMk/>
          <pc:sldMk cId="2942251334" sldId="262"/>
        </pc:sldMkLst>
        <pc:spChg chg="add mod">
          <ac:chgData name="madhurakulal21@gmail.com" userId="e12729b43c884c98" providerId="LiveId" clId="{C10A4415-2DFF-4EAC-B40B-293AD45E2BDE}" dt="2026-02-18T04:15:21.799" v="668" actId="20577"/>
          <ac:spMkLst>
            <pc:docMk/>
            <pc:sldMk cId="2942251334" sldId="262"/>
            <ac:spMk id="3" creationId="{BC13A9FD-2A21-3495-F1EF-A86D973219C6}"/>
          </ac:spMkLst>
        </pc:spChg>
      </pc:sldChg>
      <pc:sldChg chg="ord">
        <pc:chgData name="madhurakulal21@gmail.com" userId="e12729b43c884c98" providerId="LiveId" clId="{C10A4415-2DFF-4EAC-B40B-293AD45E2BDE}" dt="2026-02-19T03:36:44.020" v="699"/>
        <pc:sldMkLst>
          <pc:docMk/>
          <pc:sldMk cId="4107296255" sldId="263"/>
        </pc:sldMkLst>
      </pc:sldChg>
      <pc:sldChg chg="addSp modSp new mod">
        <pc:chgData name="madhurakulal21@gmail.com" userId="e12729b43c884c98" providerId="LiveId" clId="{C10A4415-2DFF-4EAC-B40B-293AD45E2BDE}" dt="2026-02-17T09:43:27.220" v="657" actId="20577"/>
        <pc:sldMkLst>
          <pc:docMk/>
          <pc:sldMk cId="1938374915" sldId="264"/>
        </pc:sldMkLst>
        <pc:spChg chg="add mod">
          <ac:chgData name="madhurakulal21@gmail.com" userId="e12729b43c884c98" providerId="LiveId" clId="{C10A4415-2DFF-4EAC-B40B-293AD45E2BDE}" dt="2026-02-17T09:43:27.220" v="657" actId="20577"/>
          <ac:spMkLst>
            <pc:docMk/>
            <pc:sldMk cId="1938374915" sldId="264"/>
            <ac:spMk id="3" creationId="{79422B30-4D79-DCBE-2732-FB522DF2896B}"/>
          </ac:spMkLst>
        </pc:spChg>
      </pc:sldChg>
      <pc:sldChg chg="addSp modSp new mod ord">
        <pc:chgData name="madhurakulal21@gmail.com" userId="e12729b43c884c98" providerId="LiveId" clId="{C10A4415-2DFF-4EAC-B40B-293AD45E2BDE}" dt="2026-02-19T03:37:52.656" v="700" actId="2711"/>
        <pc:sldMkLst>
          <pc:docMk/>
          <pc:sldMk cId="1777356963" sldId="265"/>
        </pc:sldMkLst>
        <pc:spChg chg="mod">
          <ac:chgData name="madhurakulal21@gmail.com" userId="e12729b43c884c98" providerId="LiveId" clId="{C10A4415-2DFF-4EAC-B40B-293AD45E2BDE}" dt="2026-02-19T03:37:52.656" v="700" actId="2711"/>
          <ac:spMkLst>
            <pc:docMk/>
            <pc:sldMk cId="1777356963" sldId="265"/>
            <ac:spMk id="3" creationId="{F92F8C01-E562-70B3-538D-82A39576F004}"/>
          </ac:spMkLst>
        </pc:spChg>
      </pc:sldChg>
      <pc:sldChg chg="modSp mod">
        <pc:chgData name="madhurakulal21@gmail.com" userId="e12729b43c884c98" providerId="LiveId" clId="{C10A4415-2DFF-4EAC-B40B-293AD45E2BDE}" dt="2026-02-19T03:38:48.460" v="701" actId="2711"/>
        <pc:sldMkLst>
          <pc:docMk/>
          <pc:sldMk cId="3923781709" sldId="266"/>
        </pc:sldMkLst>
        <pc:spChg chg="mod">
          <ac:chgData name="madhurakulal21@gmail.com" userId="e12729b43c884c98" providerId="LiveId" clId="{C10A4415-2DFF-4EAC-B40B-293AD45E2BDE}" dt="2026-02-19T03:38:48.460" v="701" actId="2711"/>
          <ac:spMkLst>
            <pc:docMk/>
            <pc:sldMk cId="3923781709" sldId="266"/>
            <ac:spMk id="3" creationId="{F56CAD47-7B8D-2973-037D-CFCD5E4E3F2B}"/>
          </ac:spMkLst>
        </pc:spChg>
      </pc:sldChg>
      <pc:sldChg chg="addSp modSp new mod">
        <pc:chgData name="madhurakulal21@gmail.com" userId="e12729b43c884c98" providerId="LiveId" clId="{C10A4415-2DFF-4EAC-B40B-293AD45E2BDE}" dt="2026-02-19T03:44:41.011" v="709" actId="12"/>
        <pc:sldMkLst>
          <pc:docMk/>
          <pc:sldMk cId="2253060361" sldId="267"/>
        </pc:sldMkLst>
        <pc:spChg chg="add mod">
          <ac:chgData name="madhurakulal21@gmail.com" userId="e12729b43c884c98" providerId="LiveId" clId="{C10A4415-2DFF-4EAC-B40B-293AD45E2BDE}" dt="2026-02-19T03:44:41.011" v="709" actId="12"/>
          <ac:spMkLst>
            <pc:docMk/>
            <pc:sldMk cId="2253060361" sldId="267"/>
            <ac:spMk id="3" creationId="{BE928B1D-370E-1DEE-BDDD-9F7F81A780BE}"/>
          </ac:spMkLst>
        </pc:spChg>
      </pc:sldChg>
      <pc:sldChg chg="modSp mod">
        <pc:chgData name="madhurakulal21@gmail.com" userId="e12729b43c884c98" providerId="LiveId" clId="{C10A4415-2DFF-4EAC-B40B-293AD45E2BDE}" dt="2026-02-19T03:44:55.345" v="710" actId="2711"/>
        <pc:sldMkLst>
          <pc:docMk/>
          <pc:sldMk cId="390008491" sldId="268"/>
        </pc:sldMkLst>
        <pc:spChg chg="mod">
          <ac:chgData name="madhurakulal21@gmail.com" userId="e12729b43c884c98" providerId="LiveId" clId="{C10A4415-2DFF-4EAC-B40B-293AD45E2BDE}" dt="2026-02-19T03:44:55.345" v="710" actId="2711"/>
          <ac:spMkLst>
            <pc:docMk/>
            <pc:sldMk cId="390008491" sldId="268"/>
            <ac:spMk id="3" creationId="{D7CE7F4D-B09F-98B3-80AE-BC00B5D99B5C}"/>
          </ac:spMkLst>
        </pc:spChg>
      </pc:sldChg>
      <pc:sldChg chg="addSp modSp new mod">
        <pc:chgData name="madhurakulal21@gmail.com" userId="e12729b43c884c98" providerId="LiveId" clId="{C10A4415-2DFF-4EAC-B40B-293AD45E2BDE}" dt="2026-02-20T04:12:30.106" v="817" actId="20577"/>
        <pc:sldMkLst>
          <pc:docMk/>
          <pc:sldMk cId="1914741905" sldId="269"/>
        </pc:sldMkLst>
        <pc:spChg chg="add mod">
          <ac:chgData name="madhurakulal21@gmail.com" userId="e12729b43c884c98" providerId="LiveId" clId="{C10A4415-2DFF-4EAC-B40B-293AD45E2BDE}" dt="2026-02-20T04:12:30.106" v="817" actId="20577"/>
          <ac:spMkLst>
            <pc:docMk/>
            <pc:sldMk cId="1914741905" sldId="269"/>
            <ac:spMk id="6" creationId="{5059CC95-8818-F310-0632-00654E66BBC5}"/>
          </ac:spMkLst>
        </pc:spChg>
      </pc:sldChg>
      <pc:sldChg chg="addSp modSp new mod">
        <pc:chgData name="madhurakulal21@gmail.com" userId="e12729b43c884c98" providerId="LiveId" clId="{C10A4415-2DFF-4EAC-B40B-293AD45E2BDE}" dt="2026-02-20T04:35:53.495" v="822" actId="14100"/>
        <pc:sldMkLst>
          <pc:docMk/>
          <pc:sldMk cId="2578397862" sldId="272"/>
        </pc:sldMkLst>
        <pc:spChg chg="add mod">
          <ac:chgData name="madhurakulal21@gmail.com" userId="e12729b43c884c98" providerId="LiveId" clId="{C10A4415-2DFF-4EAC-B40B-293AD45E2BDE}" dt="2026-02-20T04:35:53.495" v="822" actId="14100"/>
          <ac:spMkLst>
            <pc:docMk/>
            <pc:sldMk cId="2578397862" sldId="272"/>
            <ac:spMk id="3" creationId="{54054955-D7D7-2704-9CC1-0A30E031EFFC}"/>
          </ac:spMkLst>
        </pc:spChg>
      </pc:sldChg>
      <pc:sldChg chg="modSp mod">
        <pc:chgData name="madhurakulal21@gmail.com" userId="e12729b43c884c98" providerId="LiveId" clId="{C10A4415-2DFF-4EAC-B40B-293AD45E2BDE}" dt="2026-02-23T04:58:52.036" v="837" actId="21"/>
        <pc:sldMkLst>
          <pc:docMk/>
          <pc:sldMk cId="3763463733" sldId="278"/>
        </pc:sldMkLst>
        <pc:spChg chg="mod">
          <ac:chgData name="madhurakulal21@gmail.com" userId="e12729b43c884c98" providerId="LiveId" clId="{C10A4415-2DFF-4EAC-B40B-293AD45E2BDE}" dt="2026-02-23T04:58:52.036" v="837" actId="21"/>
          <ac:spMkLst>
            <pc:docMk/>
            <pc:sldMk cId="3763463733" sldId="278"/>
            <ac:spMk id="3" creationId="{574CC702-8D75-AF95-E28C-64FB411F9F2A}"/>
          </ac:spMkLst>
        </pc:spChg>
      </pc:sldChg>
      <pc:sldChg chg="addSp modSp new mod">
        <pc:chgData name="madhurakulal21@gmail.com" userId="e12729b43c884c98" providerId="LiveId" clId="{C10A4415-2DFF-4EAC-B40B-293AD45E2BDE}" dt="2026-02-24T05:44:25.834" v="844" actId="1076"/>
        <pc:sldMkLst>
          <pc:docMk/>
          <pc:sldMk cId="3410989475" sldId="280"/>
        </pc:sldMkLst>
        <pc:spChg chg="add mod">
          <ac:chgData name="madhurakulal21@gmail.com" userId="e12729b43c884c98" providerId="LiveId" clId="{C10A4415-2DFF-4EAC-B40B-293AD45E2BDE}" dt="2026-02-24T05:44:25.834" v="844" actId="1076"/>
          <ac:spMkLst>
            <pc:docMk/>
            <pc:sldMk cId="3410989475" sldId="280"/>
            <ac:spMk id="3" creationId="{5232EC44-C863-D00F-B173-379D3EF8E023}"/>
          </ac:spMkLst>
        </pc:spChg>
        <pc:spChg chg="add mod">
          <ac:chgData name="madhurakulal21@gmail.com" userId="e12729b43c884c98" providerId="LiveId" clId="{C10A4415-2DFF-4EAC-B40B-293AD45E2BDE}" dt="2026-02-23T11:12:57.638" v="843" actId="20577"/>
          <ac:spMkLst>
            <pc:docMk/>
            <pc:sldMk cId="3410989475" sldId="280"/>
            <ac:spMk id="5" creationId="{EACCFD3C-9E8A-8217-9801-D034A20CD1BB}"/>
          </ac:spMkLst>
        </pc:spChg>
      </pc:sldChg>
      <pc:sldChg chg="modSp mod">
        <pc:chgData name="madhurakulal21@gmail.com" userId="e12729b43c884c98" providerId="LiveId" clId="{C10A4415-2DFF-4EAC-B40B-293AD45E2BDE}" dt="2026-03-02T03:56:22.081" v="930" actId="404"/>
        <pc:sldMkLst>
          <pc:docMk/>
          <pc:sldMk cId="1406956911" sldId="281"/>
        </pc:sldMkLst>
        <pc:spChg chg="mod">
          <ac:chgData name="madhurakulal21@gmail.com" userId="e12729b43c884c98" providerId="LiveId" clId="{C10A4415-2DFF-4EAC-B40B-293AD45E2BDE}" dt="2026-03-02T03:56:22.081" v="930" actId="404"/>
          <ac:spMkLst>
            <pc:docMk/>
            <pc:sldMk cId="1406956911" sldId="281"/>
            <ac:spMk id="5" creationId="{7288F48A-9E6B-2C2E-7EA8-C336D57C0379}"/>
          </ac:spMkLst>
        </pc:spChg>
      </pc:sldChg>
      <pc:sldChg chg="modSp mod">
        <pc:chgData name="madhurakulal21@gmail.com" userId="e12729b43c884c98" providerId="LiveId" clId="{C10A4415-2DFF-4EAC-B40B-293AD45E2BDE}" dt="2026-03-02T04:36:25.488" v="931" actId="313"/>
        <pc:sldMkLst>
          <pc:docMk/>
          <pc:sldMk cId="2878309522" sldId="282"/>
        </pc:sldMkLst>
        <pc:spChg chg="mod">
          <ac:chgData name="madhurakulal21@gmail.com" userId="e12729b43c884c98" providerId="LiveId" clId="{C10A4415-2DFF-4EAC-B40B-293AD45E2BDE}" dt="2026-03-02T04:36:25.488" v="931" actId="313"/>
          <ac:spMkLst>
            <pc:docMk/>
            <pc:sldMk cId="2878309522" sldId="282"/>
            <ac:spMk id="3" creationId="{597C9056-E33E-D697-90BE-FDB3CFC93D02}"/>
          </ac:spMkLst>
        </pc:spChg>
      </pc:sldChg>
      <pc:sldChg chg="modSp mod">
        <pc:chgData name="madhurakulal21@gmail.com" userId="e12729b43c884c98" providerId="LiveId" clId="{C10A4415-2DFF-4EAC-B40B-293AD45E2BDE}" dt="2026-03-05T09:24:29.108" v="936" actId="1036"/>
        <pc:sldMkLst>
          <pc:docMk/>
          <pc:sldMk cId="3039235143" sldId="285"/>
        </pc:sldMkLst>
        <pc:picChg chg="mod">
          <ac:chgData name="madhurakulal21@gmail.com" userId="e12729b43c884c98" providerId="LiveId" clId="{C10A4415-2DFF-4EAC-B40B-293AD45E2BDE}" dt="2026-03-05T09:24:29.108" v="936" actId="1036"/>
          <ac:picMkLst>
            <pc:docMk/>
            <pc:sldMk cId="3039235143" sldId="285"/>
            <ac:picMk id="2" creationId="{437FA34D-E86A-E29C-E627-7F73EE9A1897}"/>
          </ac:picMkLst>
        </pc:picChg>
      </pc:sldChg>
      <pc:sldChg chg="addSp modSp new mod">
        <pc:chgData name="madhurakulal21@gmail.com" userId="e12729b43c884c98" providerId="LiveId" clId="{C10A4415-2DFF-4EAC-B40B-293AD45E2BDE}" dt="2026-02-24T06:07:09.559" v="877" actId="404"/>
        <pc:sldMkLst>
          <pc:docMk/>
          <pc:sldMk cId="1038539956" sldId="288"/>
        </pc:sldMkLst>
        <pc:spChg chg="add mod">
          <ac:chgData name="madhurakulal21@gmail.com" userId="e12729b43c884c98" providerId="LiveId" clId="{C10A4415-2DFF-4EAC-B40B-293AD45E2BDE}" dt="2026-02-24T06:07:09.559" v="877" actId="404"/>
          <ac:spMkLst>
            <pc:docMk/>
            <pc:sldMk cId="1038539956" sldId="288"/>
            <ac:spMk id="3" creationId="{D8C5DE0E-0B44-F8CD-8CB6-B24B45834D98}"/>
          </ac:spMkLst>
        </pc:spChg>
      </pc:sldChg>
      <pc:sldChg chg="addSp delSp modSp new mod">
        <pc:chgData name="madhurakulal21@gmail.com" userId="e12729b43c884c98" providerId="LiveId" clId="{C10A4415-2DFF-4EAC-B40B-293AD45E2BDE}" dt="2026-02-24T08:33:35.024" v="894" actId="21"/>
        <pc:sldMkLst>
          <pc:docMk/>
          <pc:sldMk cId="800104279" sldId="289"/>
        </pc:sldMkLst>
        <pc:spChg chg="add mod">
          <ac:chgData name="madhurakulal21@gmail.com" userId="e12729b43c884c98" providerId="LiveId" clId="{C10A4415-2DFF-4EAC-B40B-293AD45E2BDE}" dt="2026-02-24T08:26:05.013" v="890"/>
          <ac:spMkLst>
            <pc:docMk/>
            <pc:sldMk cId="800104279" sldId="289"/>
            <ac:spMk id="3" creationId="{003FA640-A945-572F-27FD-DA399FA98B18}"/>
          </ac:spMkLst>
        </pc:spChg>
      </pc:sldChg>
      <pc:sldChg chg="addSp modSp new mod">
        <pc:chgData name="madhurakulal21@gmail.com" userId="e12729b43c884c98" providerId="LiveId" clId="{C10A4415-2DFF-4EAC-B40B-293AD45E2BDE}" dt="2026-02-24T08:34:50.614" v="899" actId="114"/>
        <pc:sldMkLst>
          <pc:docMk/>
          <pc:sldMk cId="1695969574" sldId="290"/>
        </pc:sldMkLst>
        <pc:spChg chg="add mod">
          <ac:chgData name="madhurakulal21@gmail.com" userId="e12729b43c884c98" providerId="LiveId" clId="{C10A4415-2DFF-4EAC-B40B-293AD45E2BDE}" dt="2026-02-24T08:34:50.614" v="899" actId="114"/>
          <ac:spMkLst>
            <pc:docMk/>
            <pc:sldMk cId="1695969574" sldId="290"/>
            <ac:spMk id="5" creationId="{B3C6DA58-5313-9776-9A55-48C0736D42EC}"/>
          </ac:spMkLst>
        </pc:spChg>
      </pc:sldChg>
      <pc:sldChg chg="addSp modSp new mod">
        <pc:chgData name="madhurakulal21@gmail.com" userId="e12729b43c884c98" providerId="LiveId" clId="{C10A4415-2DFF-4EAC-B40B-293AD45E2BDE}" dt="2026-03-02T03:17:09.968" v="911" actId="12"/>
        <pc:sldMkLst>
          <pc:docMk/>
          <pc:sldMk cId="64243744" sldId="291"/>
        </pc:sldMkLst>
        <pc:spChg chg="add mod">
          <ac:chgData name="madhurakulal21@gmail.com" userId="e12729b43c884c98" providerId="LiveId" clId="{C10A4415-2DFF-4EAC-B40B-293AD45E2BDE}" dt="2026-03-02T03:17:09.968" v="911" actId="12"/>
          <ac:spMkLst>
            <pc:docMk/>
            <pc:sldMk cId="64243744" sldId="291"/>
            <ac:spMk id="3" creationId="{2F2AA542-A4B9-1A2E-E9D1-61CE3138A598}"/>
          </ac:spMkLst>
        </pc:spChg>
      </pc:sldChg>
      <pc:sldChg chg="modSp mod">
        <pc:chgData name="madhurakulal21@gmail.com" userId="e12729b43c884c98" providerId="LiveId" clId="{C10A4415-2DFF-4EAC-B40B-293AD45E2BDE}" dt="2026-03-02T03:30:04.227" v="924" actId="12"/>
        <pc:sldMkLst>
          <pc:docMk/>
          <pc:sldMk cId="566892317" sldId="292"/>
        </pc:sldMkLst>
        <pc:spChg chg="mod">
          <ac:chgData name="madhurakulal21@gmail.com" userId="e12729b43c884c98" providerId="LiveId" clId="{C10A4415-2DFF-4EAC-B40B-293AD45E2BDE}" dt="2026-03-02T03:30:04.227" v="924" actId="12"/>
          <ac:spMkLst>
            <pc:docMk/>
            <pc:sldMk cId="566892317" sldId="292"/>
            <ac:spMk id="3" creationId="{DD623352-E73D-12BC-9ED2-8E1E47F78CCF}"/>
          </ac:spMkLst>
        </pc:spChg>
      </pc:sldChg>
      <pc:sldChg chg="addSp modSp new mod">
        <pc:chgData name="madhurakulal21@gmail.com" userId="e12729b43c884c98" providerId="LiveId" clId="{C10A4415-2DFF-4EAC-B40B-293AD45E2BDE}" dt="2026-02-17T08:29:40.525" v="574" actId="403"/>
        <pc:sldMkLst>
          <pc:docMk/>
          <pc:sldMk cId="2919143662" sldId="293"/>
        </pc:sldMkLst>
        <pc:spChg chg="add mod">
          <ac:chgData name="madhurakulal21@gmail.com" userId="e12729b43c884c98" providerId="LiveId" clId="{C10A4415-2DFF-4EAC-B40B-293AD45E2BDE}" dt="2026-02-17T08:29:40.525" v="574" actId="403"/>
          <ac:spMkLst>
            <pc:docMk/>
            <pc:sldMk cId="2919143662" sldId="293"/>
            <ac:spMk id="3" creationId="{C4FF3AA0-1DE6-25E5-EDF6-7BA0553A388E}"/>
          </ac:spMkLst>
        </pc:spChg>
      </pc:sldChg>
      <pc:sldChg chg="addSp modSp new mod">
        <pc:chgData name="madhurakulal21@gmail.com" userId="e12729b43c884c98" providerId="LiveId" clId="{C10A4415-2DFF-4EAC-B40B-293AD45E2BDE}" dt="2026-02-19T03:33:13.348" v="694" actId="2711"/>
        <pc:sldMkLst>
          <pc:docMk/>
          <pc:sldMk cId="3977043374" sldId="294"/>
        </pc:sldMkLst>
        <pc:spChg chg="add mod">
          <ac:chgData name="madhurakulal21@gmail.com" userId="e12729b43c884c98" providerId="LiveId" clId="{C10A4415-2DFF-4EAC-B40B-293AD45E2BDE}" dt="2026-02-19T03:33:00.490" v="693" actId="2711"/>
          <ac:spMkLst>
            <pc:docMk/>
            <pc:sldMk cId="3977043374" sldId="294"/>
            <ac:spMk id="3" creationId="{36A7A80E-A2AC-B669-FBF4-C09645531F3F}"/>
          </ac:spMkLst>
        </pc:spChg>
        <pc:spChg chg="add mod">
          <ac:chgData name="madhurakulal21@gmail.com" userId="e12729b43c884c98" providerId="LiveId" clId="{C10A4415-2DFF-4EAC-B40B-293AD45E2BDE}" dt="2026-02-19T03:33:13.348" v="694" actId="2711"/>
          <ac:spMkLst>
            <pc:docMk/>
            <pc:sldMk cId="3977043374" sldId="294"/>
            <ac:spMk id="5" creationId="{063EC6AC-04DA-5376-6B5B-C6F9E3C53375}"/>
          </ac:spMkLst>
        </pc:spChg>
      </pc:sldChg>
      <pc:sldChg chg="addSp modSp new mod ord">
        <pc:chgData name="madhurakulal21@gmail.com" userId="e12729b43c884c98" providerId="LiveId" clId="{C10A4415-2DFF-4EAC-B40B-293AD45E2BDE}" dt="2026-02-18T04:19:32.366" v="670"/>
        <pc:sldMkLst>
          <pc:docMk/>
          <pc:sldMk cId="3014713592" sldId="295"/>
        </pc:sldMkLst>
        <pc:spChg chg="add mod">
          <ac:chgData name="madhurakulal21@gmail.com" userId="e12729b43c884c98" providerId="LiveId" clId="{C10A4415-2DFF-4EAC-B40B-293AD45E2BDE}" dt="2026-02-17T09:42:56.316" v="651" actId="403"/>
          <ac:spMkLst>
            <pc:docMk/>
            <pc:sldMk cId="3014713592" sldId="295"/>
            <ac:spMk id="4" creationId="{A5BAABE8-24A6-3413-E666-741DC65EB98D}"/>
          </ac:spMkLst>
        </pc:spChg>
        <pc:picChg chg="add mod">
          <ac:chgData name="madhurakulal21@gmail.com" userId="e12729b43c884c98" providerId="LiveId" clId="{C10A4415-2DFF-4EAC-B40B-293AD45E2BDE}" dt="2026-02-17T09:43:12.812" v="654" actId="14100"/>
          <ac:picMkLst>
            <pc:docMk/>
            <pc:sldMk cId="3014713592" sldId="295"/>
            <ac:picMk id="2" creationId="{DF1696C3-1D59-415B-D129-8220D621241C}"/>
          </ac:picMkLst>
        </pc:picChg>
      </pc:sldChg>
      <pc:sldChg chg="addSp delSp modSp new ord">
        <pc:chgData name="madhurakulal21@gmail.com" userId="e12729b43c884c98" providerId="LiveId" clId="{C10A4415-2DFF-4EAC-B40B-293AD45E2BDE}" dt="2026-02-19T03:30:40.908" v="692"/>
        <pc:sldMkLst>
          <pc:docMk/>
          <pc:sldMk cId="2750159630" sldId="296"/>
        </pc:sldMkLst>
        <pc:picChg chg="add mod">
          <ac:chgData name="madhurakulal21@gmail.com" userId="e12729b43c884c98" providerId="LiveId" clId="{C10A4415-2DFF-4EAC-B40B-293AD45E2BDE}" dt="2026-02-19T03:30:37.363" v="690" actId="14100"/>
          <ac:picMkLst>
            <pc:docMk/>
            <pc:sldMk cId="2750159630" sldId="296"/>
            <ac:picMk id="1028" creationId="{4B543B6E-A4DF-8164-DF9D-089C82DEE8AA}"/>
          </ac:picMkLst>
        </pc:picChg>
      </pc:sldChg>
      <pc:sldChg chg="addSp modSp new mod">
        <pc:chgData name="madhurakulal21@gmail.com" userId="e12729b43c884c98" providerId="LiveId" clId="{C10A4415-2DFF-4EAC-B40B-293AD45E2BDE}" dt="2026-02-19T05:16:58.349" v="735" actId="14100"/>
        <pc:sldMkLst>
          <pc:docMk/>
          <pc:sldMk cId="939153632" sldId="297"/>
        </pc:sldMkLst>
        <pc:spChg chg="add mod">
          <ac:chgData name="madhurakulal21@gmail.com" userId="e12729b43c884c98" providerId="LiveId" clId="{C10A4415-2DFF-4EAC-B40B-293AD45E2BDE}" dt="2026-02-19T05:16:58.349" v="735" actId="14100"/>
          <ac:spMkLst>
            <pc:docMk/>
            <pc:sldMk cId="939153632" sldId="297"/>
            <ac:spMk id="5" creationId="{0444FCB7-0D2B-21AB-AAF1-CE477F269D98}"/>
          </ac:spMkLst>
        </pc:spChg>
        <pc:picChg chg="add mod">
          <ac:chgData name="madhurakulal21@gmail.com" userId="e12729b43c884c98" providerId="LiveId" clId="{C10A4415-2DFF-4EAC-B40B-293AD45E2BDE}" dt="2026-02-19T05:16:21.660" v="725" actId="1076"/>
          <ac:picMkLst>
            <pc:docMk/>
            <pc:sldMk cId="939153632" sldId="297"/>
            <ac:picMk id="2" creationId="{F965AF51-0EFE-1715-6400-14A0A64EF1EE}"/>
          </ac:picMkLst>
        </pc:picChg>
        <pc:picChg chg="add mod">
          <ac:chgData name="madhurakulal21@gmail.com" userId="e12729b43c884c98" providerId="LiveId" clId="{C10A4415-2DFF-4EAC-B40B-293AD45E2BDE}" dt="2026-02-19T05:16:24.691" v="726" actId="1076"/>
          <ac:picMkLst>
            <pc:docMk/>
            <pc:sldMk cId="939153632" sldId="297"/>
            <ac:picMk id="3" creationId="{37E9EECA-C921-BC1F-6237-DD7EB535E2C0}"/>
          </ac:picMkLst>
        </pc:picChg>
      </pc:sldChg>
      <pc:sldChg chg="addSp modSp new mod ord">
        <pc:chgData name="madhurakulal21@gmail.com" userId="e12729b43c884c98" providerId="LiveId" clId="{C10A4415-2DFF-4EAC-B40B-293AD45E2BDE}" dt="2026-02-19T05:32:33.956" v="814" actId="20577"/>
        <pc:sldMkLst>
          <pc:docMk/>
          <pc:sldMk cId="2875625872" sldId="298"/>
        </pc:sldMkLst>
        <pc:spChg chg="add mod">
          <ac:chgData name="madhurakulal21@gmail.com" userId="e12729b43c884c98" providerId="LiveId" clId="{C10A4415-2DFF-4EAC-B40B-293AD45E2BDE}" dt="2026-02-19T05:32:33.956" v="814" actId="20577"/>
          <ac:spMkLst>
            <pc:docMk/>
            <pc:sldMk cId="2875625872" sldId="298"/>
            <ac:spMk id="3" creationId="{16A4FBEF-FD11-DF4B-8802-25C012825EF4}"/>
          </ac:spMkLst>
        </pc:spChg>
      </pc:sldChg>
      <pc:sldChg chg="addSp modSp new mod">
        <pc:chgData name="madhurakulal21@gmail.com" userId="e12729b43c884c98" providerId="LiveId" clId="{C10A4415-2DFF-4EAC-B40B-293AD45E2BDE}" dt="2026-02-19T05:22:36.849" v="790" actId="20577"/>
        <pc:sldMkLst>
          <pc:docMk/>
          <pc:sldMk cId="1710251143" sldId="299"/>
        </pc:sldMkLst>
        <pc:spChg chg="add mod">
          <ac:chgData name="madhurakulal21@gmail.com" userId="e12729b43c884c98" providerId="LiveId" clId="{C10A4415-2DFF-4EAC-B40B-293AD45E2BDE}" dt="2026-02-19T05:22:36.849" v="790" actId="20577"/>
          <ac:spMkLst>
            <pc:docMk/>
            <pc:sldMk cId="1710251143" sldId="299"/>
            <ac:spMk id="3" creationId="{67E64307-E082-4B4B-F67D-BD98F1AFABE0}"/>
          </ac:spMkLst>
        </pc:spChg>
      </pc:sldChg>
      <pc:sldChg chg="addSp modSp new mod">
        <pc:chgData name="madhurakulal21@gmail.com" userId="e12729b43c884c98" providerId="LiveId" clId="{C10A4415-2DFF-4EAC-B40B-293AD45E2BDE}" dt="2026-02-19T05:51:14.939" v="815" actId="5793"/>
        <pc:sldMkLst>
          <pc:docMk/>
          <pc:sldMk cId="3283485653" sldId="300"/>
        </pc:sldMkLst>
        <pc:spChg chg="add mod">
          <ac:chgData name="madhurakulal21@gmail.com" userId="e12729b43c884c98" providerId="LiveId" clId="{C10A4415-2DFF-4EAC-B40B-293AD45E2BDE}" dt="2026-02-19T05:51:14.939" v="815" actId="5793"/>
          <ac:spMkLst>
            <pc:docMk/>
            <pc:sldMk cId="3283485653" sldId="300"/>
            <ac:spMk id="3" creationId="{0FE058FE-BC5F-41D7-E4EE-0845EB6BF9A6}"/>
          </ac:spMkLst>
        </pc:spChg>
      </pc:sldChg>
      <pc:sldChg chg="addSp modSp new mod">
        <pc:chgData name="madhurakulal21@gmail.com" userId="e12729b43c884c98" providerId="LiveId" clId="{C10A4415-2DFF-4EAC-B40B-293AD45E2BDE}" dt="2026-02-23T04:28:45.446" v="830" actId="14100"/>
        <pc:sldMkLst>
          <pc:docMk/>
          <pc:sldMk cId="3687886420" sldId="301"/>
        </pc:sldMkLst>
        <pc:picChg chg="add mod">
          <ac:chgData name="madhurakulal21@gmail.com" userId="e12729b43c884c98" providerId="LiveId" clId="{C10A4415-2DFF-4EAC-B40B-293AD45E2BDE}" dt="2026-02-23T04:28:45.446" v="830" actId="14100"/>
          <ac:picMkLst>
            <pc:docMk/>
            <pc:sldMk cId="3687886420" sldId="301"/>
            <ac:picMk id="2" creationId="{36874654-48C1-D7AC-2B2B-6D880B6BB343}"/>
          </ac:picMkLst>
        </pc:picChg>
        <pc:picChg chg="add mod">
          <ac:chgData name="madhurakulal21@gmail.com" userId="e12729b43c884c98" providerId="LiveId" clId="{C10A4415-2DFF-4EAC-B40B-293AD45E2BDE}" dt="2026-02-23T04:28:40.100" v="829" actId="1076"/>
          <ac:picMkLst>
            <pc:docMk/>
            <pc:sldMk cId="3687886420" sldId="301"/>
            <ac:picMk id="3" creationId="{25564094-3D41-BB32-EDFD-0369D7EBFE90}"/>
          </ac:picMkLst>
        </pc:picChg>
      </pc:sldChg>
      <pc:sldChg chg="addSp modSp new mod">
        <pc:chgData name="madhurakulal21@gmail.com" userId="e12729b43c884c98" providerId="LiveId" clId="{C10A4415-2DFF-4EAC-B40B-293AD45E2BDE}" dt="2026-02-23T04:33:53.107" v="835" actId="14100"/>
        <pc:sldMkLst>
          <pc:docMk/>
          <pc:sldMk cId="1192184988" sldId="302"/>
        </pc:sldMkLst>
        <pc:picChg chg="add mod">
          <ac:chgData name="madhurakulal21@gmail.com" userId="e12729b43c884c98" providerId="LiveId" clId="{C10A4415-2DFF-4EAC-B40B-293AD45E2BDE}" dt="2026-02-23T04:33:53.107" v="835" actId="14100"/>
          <ac:picMkLst>
            <pc:docMk/>
            <pc:sldMk cId="1192184988" sldId="302"/>
            <ac:picMk id="2" creationId="{D7074B27-E600-802C-EF9C-800E269AEA6D}"/>
          </ac:picMkLst>
        </pc:picChg>
      </pc:sldChg>
      <pc:sldChg chg="addSp modSp new mod">
        <pc:chgData name="madhurakulal21@gmail.com" userId="e12729b43c884c98" providerId="LiveId" clId="{C10A4415-2DFF-4EAC-B40B-293AD45E2BDE}" dt="2026-02-23T05:03:55.095" v="842" actId="14100"/>
        <pc:sldMkLst>
          <pc:docMk/>
          <pc:sldMk cId="2088332970" sldId="303"/>
        </pc:sldMkLst>
        <pc:picChg chg="add mod">
          <ac:chgData name="madhurakulal21@gmail.com" userId="e12729b43c884c98" providerId="LiveId" clId="{C10A4415-2DFF-4EAC-B40B-293AD45E2BDE}" dt="2026-02-23T05:03:55.095" v="842" actId="14100"/>
          <ac:picMkLst>
            <pc:docMk/>
            <pc:sldMk cId="2088332970" sldId="303"/>
            <ac:picMk id="2" creationId="{16369B5E-C855-27E0-1A45-BE54AE6B54AE}"/>
          </ac:picMkLst>
        </pc:picChg>
      </pc:sldChg>
      <pc:sldChg chg="addSp modSp new mod">
        <pc:chgData name="madhurakulal21@gmail.com" userId="e12729b43c884c98" providerId="LiveId" clId="{C10A4415-2DFF-4EAC-B40B-293AD45E2BDE}" dt="2026-02-24T06:05:01.469" v="873" actId="14100"/>
        <pc:sldMkLst>
          <pc:docMk/>
          <pc:sldMk cId="1503883185" sldId="304"/>
        </pc:sldMkLst>
        <pc:spChg chg="add mod">
          <ac:chgData name="madhurakulal21@gmail.com" userId="e12729b43c884c98" providerId="LiveId" clId="{C10A4415-2DFF-4EAC-B40B-293AD45E2BDE}" dt="2026-02-24T06:05:01.469" v="873" actId="14100"/>
          <ac:spMkLst>
            <pc:docMk/>
            <pc:sldMk cId="1503883185" sldId="304"/>
            <ac:spMk id="4" creationId="{BE62B69B-0F11-2A29-CCF5-AC84A5237918}"/>
          </ac:spMkLst>
        </pc:spChg>
        <pc:picChg chg="add mod">
          <ac:chgData name="madhurakulal21@gmail.com" userId="e12729b43c884c98" providerId="LiveId" clId="{C10A4415-2DFF-4EAC-B40B-293AD45E2BDE}" dt="2026-02-24T06:02:39.044" v="851" actId="14100"/>
          <ac:picMkLst>
            <pc:docMk/>
            <pc:sldMk cId="1503883185" sldId="304"/>
            <ac:picMk id="2" creationId="{56198285-437B-79A5-239B-9EBE95351DE0}"/>
          </ac:picMkLst>
        </pc:picChg>
        <pc:picChg chg="add mod">
          <ac:chgData name="madhurakulal21@gmail.com" userId="e12729b43c884c98" providerId="LiveId" clId="{C10A4415-2DFF-4EAC-B40B-293AD45E2BDE}" dt="2026-02-24T06:02:57.195" v="856" actId="1076"/>
          <ac:picMkLst>
            <pc:docMk/>
            <pc:sldMk cId="1503883185" sldId="304"/>
            <ac:picMk id="1026" creationId="{CCCDE5DB-3690-AECE-FFE1-4AECB9F74193}"/>
          </ac:picMkLst>
        </pc:picChg>
        <pc:picChg chg="add mod">
          <ac:chgData name="madhurakulal21@gmail.com" userId="e12729b43c884c98" providerId="LiveId" clId="{C10A4415-2DFF-4EAC-B40B-293AD45E2BDE}" dt="2026-02-24T06:04:02.002" v="860" actId="14100"/>
          <ac:picMkLst>
            <pc:docMk/>
            <pc:sldMk cId="1503883185" sldId="304"/>
            <ac:picMk id="1028" creationId="{CE103A6A-21D8-5C3E-D66B-6756456F8CBC}"/>
          </ac:picMkLst>
        </pc:picChg>
      </pc:sldChg>
      <pc:sldChg chg="addSp modSp new mod">
        <pc:chgData name="madhurakulal21@gmail.com" userId="e12729b43c884c98" providerId="LiveId" clId="{C10A4415-2DFF-4EAC-B40B-293AD45E2BDE}" dt="2026-02-24T06:33:37.372" v="884" actId="14100"/>
        <pc:sldMkLst>
          <pc:docMk/>
          <pc:sldMk cId="1731704032" sldId="305"/>
        </pc:sldMkLst>
        <pc:picChg chg="add mod">
          <ac:chgData name="madhurakulal21@gmail.com" userId="e12729b43c884c98" providerId="LiveId" clId="{C10A4415-2DFF-4EAC-B40B-293AD45E2BDE}" dt="2026-02-24T06:33:37.372" v="884" actId="14100"/>
          <ac:picMkLst>
            <pc:docMk/>
            <pc:sldMk cId="1731704032" sldId="305"/>
            <ac:picMk id="3" creationId="{885F714B-445F-C22A-4FCC-2E5013F59145}"/>
          </ac:picMkLst>
        </pc:picChg>
      </pc:sldChg>
      <pc:sldChg chg="addSp modSp new mod">
        <pc:chgData name="madhurakulal21@gmail.com" userId="e12729b43c884c98" providerId="LiveId" clId="{C10A4415-2DFF-4EAC-B40B-293AD45E2BDE}" dt="2026-02-24T06:37:18.215" v="889" actId="1076"/>
        <pc:sldMkLst>
          <pc:docMk/>
          <pc:sldMk cId="785191173" sldId="306"/>
        </pc:sldMkLst>
        <pc:picChg chg="add mod">
          <ac:chgData name="madhurakulal21@gmail.com" userId="e12729b43c884c98" providerId="LiveId" clId="{C10A4415-2DFF-4EAC-B40B-293AD45E2BDE}" dt="2026-02-24T06:37:18.215" v="889" actId="1076"/>
          <ac:picMkLst>
            <pc:docMk/>
            <pc:sldMk cId="785191173" sldId="306"/>
            <ac:picMk id="2" creationId="{C2DF7D51-86C5-021F-1AA1-C12B49663F6F}"/>
          </ac:picMkLst>
        </pc:picChg>
      </pc:sldChg>
      <pc:sldChg chg="addSp modSp new mod">
        <pc:chgData name="madhurakulal21@gmail.com" userId="e12729b43c884c98" providerId="LiveId" clId="{C10A4415-2DFF-4EAC-B40B-293AD45E2BDE}" dt="2026-03-02T03:35:59.579" v="928" actId="14100"/>
        <pc:sldMkLst>
          <pc:docMk/>
          <pc:sldMk cId="3027050648" sldId="307"/>
        </pc:sldMkLst>
        <pc:picChg chg="add mod">
          <ac:chgData name="madhurakulal21@gmail.com" userId="e12729b43c884c98" providerId="LiveId" clId="{C10A4415-2DFF-4EAC-B40B-293AD45E2BDE}" dt="2026-03-02T03:35:59.579" v="928" actId="14100"/>
          <ac:picMkLst>
            <pc:docMk/>
            <pc:sldMk cId="3027050648" sldId="307"/>
            <ac:picMk id="2" creationId="{A871516D-A74B-8C39-3054-E8FCAE7CD5D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46D8FA-DF99-4985-848C-E5A609C935A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5004A-C31C-4054-B1C6-53EF86821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288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5004A-C31C-4054-B1C6-53EF8682143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3831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5004A-C31C-4054-B1C6-53EF8682143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5058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5004A-C31C-4054-B1C6-53EF8682143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3931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5004A-C31C-4054-B1C6-53EF8682143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1472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5004A-C31C-4054-B1C6-53EF86821438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848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5A02C-8ABA-4CF9-A7C9-3CDD0183357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DB7D8175-7586-44D9-97B2-CAEB3FD8C9C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7461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5A02C-8ABA-4CF9-A7C9-3CDD0183357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D8175-7586-44D9-97B2-CAEB3FD8C9CB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2012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5A02C-8ABA-4CF9-A7C9-3CDD0183357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D8175-7586-44D9-97B2-CAEB3FD8C9C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6583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5A02C-8ABA-4CF9-A7C9-3CDD0183357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D8175-7586-44D9-97B2-CAEB3FD8C9CB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2892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5A02C-8ABA-4CF9-A7C9-3CDD0183357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D8175-7586-44D9-97B2-CAEB3FD8C9CB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313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5A02C-8ABA-4CF9-A7C9-3CDD0183357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D8175-7586-44D9-97B2-CAEB3FD8C9CB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7754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5A02C-8ABA-4CF9-A7C9-3CDD0183357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D8175-7586-44D9-97B2-CAEB3FD8C9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56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5A02C-8ABA-4CF9-A7C9-3CDD0183357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D8175-7586-44D9-97B2-CAEB3FD8C9CB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6401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1EB5A02C-8ABA-4CF9-A7C9-3CDD0183357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D8175-7586-44D9-97B2-CAEB3FD8C9CB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590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5A02C-8ABA-4CF9-A7C9-3CDD0183357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D8175-7586-44D9-97B2-CAEB3FD8C9CB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4282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5A02C-8ABA-4CF9-A7C9-3CDD0183357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D8175-7586-44D9-97B2-CAEB3FD8C9C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7458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B5A02C-8ABA-4CF9-A7C9-3CDD01833579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DB7D8175-7586-44D9-97B2-CAEB3FD8C9C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0772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7FA34D-E86A-E29C-E627-7F73EE9A1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52" y="343468"/>
            <a:ext cx="12113342" cy="5794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235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8A209CD-FAA9-3209-6EB8-4D3218860A69}"/>
              </a:ext>
            </a:extLst>
          </p:cNvPr>
          <p:cNvSpPr txBox="1"/>
          <p:nvPr/>
        </p:nvSpPr>
        <p:spPr>
          <a:xfrm>
            <a:off x="68826" y="167149"/>
            <a:ext cx="11720051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Echolocation is a system where animals make sounds and listen to the echoes to find objects.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animals use echolocation, such as bats, dolphins, whales, and some small mammals.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Humans can also use echolocation to understand their surroundings.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Humans create sounds by clicking their mouth, tapping a cane, snapping fingers, or stomping feet.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sound waves bounce off nearby objects and return as echoes.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Trained people can use these echoes to know how far away an object is and how big it is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02123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4DD0A3-0121-55A9-E747-074CE501662B}"/>
              </a:ext>
            </a:extLst>
          </p:cNvPr>
          <p:cNvSpPr txBox="1"/>
          <p:nvPr/>
        </p:nvSpPr>
        <p:spPr>
          <a:xfrm>
            <a:off x="216310" y="304800"/>
            <a:ext cx="1173971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C00000"/>
                </a:solidFill>
              </a:rPr>
              <a:t>Many blind people naturally notice echoes in their environment.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C00000"/>
                </a:solidFill>
              </a:rPr>
              <a:t>Some blind people actively make clicking sounds to help them move safely.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C00000"/>
                </a:solidFill>
              </a:rPr>
              <a:t>Both passive and active echolocation help blind people understand their surroundings.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C00000"/>
                </a:solidFill>
              </a:rPr>
              <a:t>Sighted people usually do not notice echoes because the brain suppresses them.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C00000"/>
                </a:solidFill>
              </a:rPr>
              <a:t>With practice, sighted people can also learn to use echolocation.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C00000"/>
                </a:solidFill>
              </a:rPr>
              <a:t>This shows that echolocation is a natural ability in humans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41912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18 Passive and active SONAR for submarine detection. Passive: the ...">
            <a:extLst>
              <a:ext uri="{FF2B5EF4-FFF2-40B4-BE49-F238E27FC236}">
                <a16:creationId xmlns:a16="http://schemas.microsoft.com/office/drawing/2014/main" id="{4B543B6E-A4DF-8164-DF9D-089C82DEE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2690" y="360032"/>
            <a:ext cx="8053432" cy="5332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0159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FF3AA0-1DE6-25E5-EDF6-7BA0553A388E}"/>
              </a:ext>
            </a:extLst>
          </p:cNvPr>
          <p:cNvSpPr txBox="1"/>
          <p:nvPr/>
        </p:nvSpPr>
        <p:spPr>
          <a:xfrm>
            <a:off x="151002" y="142613"/>
            <a:ext cx="11853644" cy="5567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0185" marR="0" algn="l">
              <a:spcBef>
                <a:spcPts val="400"/>
              </a:spcBef>
              <a:buNone/>
            </a:pPr>
            <a:r>
              <a:rPr lang="en-US" sz="2800" b="1" dirty="0">
                <a:effectLst/>
                <a:latin typeface="Times New Roman" panose="02020603050405020304" pitchFamily="18" charset="0"/>
              </a:rPr>
              <a:t>Technological</a:t>
            </a:r>
            <a:r>
              <a:rPr lang="en-US" sz="2800" b="1" spc="-15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2800" b="1" spc="-10" dirty="0">
                <a:effectLst/>
                <a:latin typeface="Times New Roman" panose="02020603050405020304" pitchFamily="18" charset="0"/>
              </a:rPr>
              <a:t>Echolocation</a:t>
            </a:r>
            <a:endParaRPr lang="en-US" sz="2800" b="1" dirty="0">
              <a:effectLst/>
              <a:latin typeface="Times New Roman" panose="02020603050405020304" pitchFamily="18" charset="0"/>
            </a:endParaRPr>
          </a:p>
          <a:p>
            <a:pPr marL="342900" marR="0" lvl="0" indent="-342900" algn="l">
              <a:spcBef>
                <a:spcPts val="920"/>
              </a:spcBef>
              <a:buFont typeface="Symbol" panose="05050102010706020507" pitchFamily="18" charset="2"/>
              <a:buChar char=""/>
              <a:tabLst>
                <a:tab pos="667385" algn="l"/>
              </a:tabLst>
            </a:pPr>
            <a:r>
              <a:rPr lang="en-US" sz="2800" b="0" i="0" spc="0" dirty="0">
                <a:effectLst/>
                <a:latin typeface="Times New Roman" panose="02020603050405020304" pitchFamily="18" charset="0"/>
              </a:rPr>
              <a:t>Replicates</a:t>
            </a:r>
            <a:r>
              <a:rPr lang="en-US" sz="2800" b="0" i="0" spc="15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2800" b="0" i="0" spc="0" dirty="0">
                <a:effectLst/>
                <a:latin typeface="Times New Roman" panose="02020603050405020304" pitchFamily="18" charset="0"/>
              </a:rPr>
              <a:t>the</a:t>
            </a:r>
            <a:r>
              <a:rPr lang="en-US" sz="2800" b="0" i="0" spc="2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2800" b="0" i="0" spc="0" dirty="0">
                <a:effectLst/>
                <a:latin typeface="Times New Roman" panose="02020603050405020304" pitchFamily="18" charset="0"/>
              </a:rPr>
              <a:t>concept</a:t>
            </a:r>
            <a:r>
              <a:rPr lang="en-US" sz="2800" b="0" i="0" spc="2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2800" b="0" i="0" spc="0" dirty="0">
                <a:effectLst/>
                <a:latin typeface="Times New Roman" panose="02020603050405020304" pitchFamily="18" charset="0"/>
              </a:rPr>
              <a:t>of</a:t>
            </a:r>
            <a:r>
              <a:rPr lang="en-US" sz="2800" b="0" i="0" spc="-1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2800" b="0" i="0" spc="0" dirty="0">
                <a:effectLst/>
                <a:latin typeface="Times New Roman" panose="02020603050405020304" pitchFamily="18" charset="0"/>
              </a:rPr>
              <a:t>biological</a:t>
            </a:r>
            <a:r>
              <a:rPr lang="en-US" sz="2800" b="0" i="0" spc="5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2800" b="0" i="0" spc="0" dirty="0">
                <a:effectLst/>
                <a:latin typeface="Times New Roman" panose="02020603050405020304" pitchFamily="18" charset="0"/>
              </a:rPr>
              <a:t>echolocation</a:t>
            </a:r>
            <a:r>
              <a:rPr lang="en-US" sz="2800" b="0" i="0" spc="5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2800" b="0" i="0" spc="0" dirty="0">
                <a:effectLst/>
                <a:latin typeface="Times New Roman" panose="02020603050405020304" pitchFamily="18" charset="0"/>
              </a:rPr>
              <a:t>using</a:t>
            </a:r>
            <a:r>
              <a:rPr lang="en-US" sz="2800" b="0" i="0" spc="4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2800" b="0" i="0" spc="0" dirty="0">
                <a:effectLst/>
                <a:latin typeface="Times New Roman" panose="02020603050405020304" pitchFamily="18" charset="0"/>
              </a:rPr>
              <a:t>technological</a:t>
            </a:r>
            <a:r>
              <a:rPr lang="en-US" sz="2800" b="0" i="0" spc="6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2800" b="0" i="0" spc="-10" dirty="0">
                <a:effectLst/>
                <a:latin typeface="Times New Roman" panose="02020603050405020304" pitchFamily="18" charset="0"/>
              </a:rPr>
              <a:t>devices.</a:t>
            </a:r>
            <a:endParaRPr lang="en-US" sz="2800" b="0" i="0" spc="0" dirty="0">
              <a:effectLst/>
              <a:latin typeface="Times New Roman" panose="02020603050405020304" pitchFamily="18" charset="0"/>
            </a:endParaRPr>
          </a:p>
          <a:p>
            <a:pPr marL="342900" marR="125730" lvl="0" indent="-342900" algn="l">
              <a:lnSpc>
                <a:spcPct val="105000"/>
              </a:lnSpc>
              <a:spcBef>
                <a:spcPts val="115"/>
              </a:spcBef>
              <a:buFont typeface="Symbol" panose="05050102010706020507" pitchFamily="18" charset="2"/>
              <a:buChar char=""/>
              <a:tabLst>
                <a:tab pos="667385" algn="l"/>
              </a:tabLst>
            </a:pPr>
            <a:r>
              <a:rPr lang="en-US" sz="2800" b="0" i="0" spc="0" dirty="0">
                <a:effectLst/>
                <a:latin typeface="Times New Roman" panose="02020603050405020304" pitchFamily="18" charset="0"/>
              </a:rPr>
              <a:t>Utilizes sound waves, typically generated by artificial sources such as sonar or ultrasonic</a:t>
            </a:r>
            <a:r>
              <a:rPr lang="en-US" sz="2800" b="0" i="0" spc="2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2800" b="0" i="0" spc="-10" dirty="0">
                <a:effectLst/>
                <a:latin typeface="Times New Roman" panose="02020603050405020304" pitchFamily="18" charset="0"/>
              </a:rPr>
              <a:t>sensors.</a:t>
            </a:r>
            <a:endParaRPr lang="en-US" sz="2800" b="0" i="0" spc="0" dirty="0">
              <a:effectLst/>
              <a:latin typeface="Times New Roman" panose="02020603050405020304" pitchFamily="18" charset="0"/>
            </a:endParaRPr>
          </a:p>
          <a:p>
            <a:pPr marL="342900" marR="0" lvl="0" indent="-342900" algn="l">
              <a:spcBef>
                <a:spcPts val="40"/>
              </a:spcBef>
              <a:buFont typeface="Symbol" panose="05050102010706020507" pitchFamily="18" charset="2"/>
              <a:buChar char=""/>
              <a:tabLst>
                <a:tab pos="667385" algn="l"/>
              </a:tabLst>
            </a:pPr>
            <a:r>
              <a:rPr lang="en-US" sz="2800" b="0" i="0" spc="0" dirty="0">
                <a:effectLst/>
                <a:latin typeface="Times New Roman" panose="02020603050405020304" pitchFamily="18" charset="0"/>
              </a:rPr>
              <a:t>These</a:t>
            </a:r>
            <a:r>
              <a:rPr lang="en-US" sz="2800" b="0" i="0" spc="2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2800" b="0" i="0" spc="0" dirty="0">
                <a:effectLst/>
                <a:latin typeface="Times New Roman" panose="02020603050405020304" pitchFamily="18" charset="0"/>
              </a:rPr>
              <a:t>devices</a:t>
            </a:r>
            <a:r>
              <a:rPr lang="en-US" sz="2800" b="0" i="0" spc="5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2800" b="0" i="0" spc="0" dirty="0">
                <a:effectLst/>
                <a:latin typeface="Times New Roman" panose="02020603050405020304" pitchFamily="18" charset="0"/>
              </a:rPr>
              <a:t>emit</a:t>
            </a:r>
            <a:r>
              <a:rPr lang="en-US" sz="2800" b="0" i="0" spc="25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2800" b="0" i="0" spc="0" dirty="0">
                <a:effectLst/>
                <a:latin typeface="Times New Roman" panose="02020603050405020304" pitchFamily="18" charset="0"/>
              </a:rPr>
              <a:t>sound</a:t>
            </a:r>
            <a:r>
              <a:rPr lang="en-US" sz="2800" b="0" i="0" spc="4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2800" b="0" i="0" spc="0" dirty="0">
                <a:effectLst/>
                <a:latin typeface="Times New Roman" panose="02020603050405020304" pitchFamily="18" charset="0"/>
              </a:rPr>
              <a:t>waves</a:t>
            </a:r>
            <a:r>
              <a:rPr lang="en-US" sz="2800" b="0" i="0" spc="3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2800" b="0" i="0" spc="0" dirty="0">
                <a:effectLst/>
                <a:latin typeface="Times New Roman" panose="02020603050405020304" pitchFamily="18" charset="0"/>
              </a:rPr>
              <a:t>and</a:t>
            </a:r>
            <a:r>
              <a:rPr lang="en-US" sz="2800" b="0" i="0" spc="4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2800" b="0" i="0" spc="0" dirty="0">
                <a:effectLst/>
                <a:latin typeface="Times New Roman" panose="02020603050405020304" pitchFamily="18" charset="0"/>
              </a:rPr>
              <a:t>analyze</a:t>
            </a:r>
            <a:r>
              <a:rPr lang="en-US" sz="2800" b="0" i="0" spc="25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2800" b="0" i="0" spc="0" dirty="0">
                <a:effectLst/>
                <a:latin typeface="Times New Roman" panose="02020603050405020304" pitchFamily="18" charset="0"/>
              </a:rPr>
              <a:t>the</a:t>
            </a:r>
            <a:r>
              <a:rPr lang="en-US" sz="2800" b="0" i="0" spc="4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2800" b="0" i="0" spc="0" dirty="0">
                <a:effectLst/>
                <a:latin typeface="Times New Roman" panose="02020603050405020304" pitchFamily="18" charset="0"/>
              </a:rPr>
              <a:t>echoes</a:t>
            </a:r>
            <a:r>
              <a:rPr lang="en-US" sz="2800" b="0" i="0" spc="3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2800" b="0" i="0" spc="0" dirty="0">
                <a:effectLst/>
                <a:latin typeface="Times New Roman" panose="02020603050405020304" pitchFamily="18" charset="0"/>
              </a:rPr>
              <a:t>that</a:t>
            </a:r>
            <a:r>
              <a:rPr lang="en-US" sz="2800" b="0" i="0" spc="-5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2800" b="0" i="0" spc="0" dirty="0">
                <a:effectLst/>
                <a:latin typeface="Times New Roman" panose="02020603050405020304" pitchFamily="18" charset="0"/>
              </a:rPr>
              <a:t>bounce</a:t>
            </a:r>
            <a:r>
              <a:rPr lang="en-US" sz="2800" b="0" i="0" spc="4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2800" b="0" i="0" spc="0" dirty="0">
                <a:effectLst/>
                <a:latin typeface="Times New Roman" panose="02020603050405020304" pitchFamily="18" charset="0"/>
              </a:rPr>
              <a:t>back</a:t>
            </a:r>
            <a:r>
              <a:rPr lang="en-US" sz="2800" b="0" i="0" spc="3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2800" b="0" i="0" spc="0" dirty="0">
                <a:effectLst/>
                <a:latin typeface="Times New Roman" panose="02020603050405020304" pitchFamily="18" charset="0"/>
              </a:rPr>
              <a:t>from</a:t>
            </a:r>
            <a:r>
              <a:rPr lang="en-US" sz="2800" b="0" i="0" spc="-5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2800" b="0" i="0" spc="-10" dirty="0">
                <a:effectLst/>
                <a:latin typeface="Times New Roman" panose="02020603050405020304" pitchFamily="18" charset="0"/>
              </a:rPr>
              <a:t>objects.</a:t>
            </a:r>
            <a:endParaRPr lang="en-US" sz="2800" b="0" i="0" spc="0" dirty="0">
              <a:effectLst/>
              <a:latin typeface="Times New Roman" panose="02020603050405020304" pitchFamily="18" charset="0"/>
            </a:endParaRPr>
          </a:p>
          <a:p>
            <a:pPr marL="342900" marR="113665" lvl="0" indent="-342900" algn="l">
              <a:lnSpc>
                <a:spcPct val="105000"/>
              </a:lnSpc>
              <a:spcBef>
                <a:spcPts val="105"/>
              </a:spcBef>
              <a:buFont typeface="Symbol" panose="05050102010706020507" pitchFamily="18" charset="2"/>
              <a:buChar char=""/>
              <a:tabLst>
                <a:tab pos="667385" algn="l"/>
              </a:tabLst>
            </a:pPr>
            <a:r>
              <a:rPr lang="en-US" sz="2800" b="0" i="0" spc="0" dirty="0">
                <a:effectLst/>
                <a:latin typeface="Times New Roman" panose="02020603050405020304" pitchFamily="18" charset="0"/>
              </a:rPr>
              <a:t>The information from the echoes is processed and interpreted by</a:t>
            </a:r>
            <a:r>
              <a:rPr lang="en-US" sz="2800" b="0" i="0" spc="-5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2800" b="0" i="0" spc="0" dirty="0">
                <a:effectLst/>
                <a:latin typeface="Times New Roman" panose="02020603050405020304" pitchFamily="18" charset="0"/>
              </a:rPr>
              <a:t>the technology to generate useful data, such as distance, location, and object recognition.</a:t>
            </a:r>
          </a:p>
          <a:p>
            <a:pPr marL="342900" marR="411480" lvl="0" indent="-342900" algn="l">
              <a:lnSpc>
                <a:spcPct val="105000"/>
              </a:lnSpc>
              <a:spcBef>
                <a:spcPts val="65"/>
              </a:spcBef>
              <a:buFont typeface="Symbol" panose="05050102010706020507" pitchFamily="18" charset="2"/>
              <a:buChar char=""/>
              <a:tabLst>
                <a:tab pos="667385" algn="l"/>
              </a:tabLst>
            </a:pPr>
            <a:r>
              <a:rPr lang="en-US" sz="2800" b="0" i="0" spc="0" dirty="0">
                <a:effectLst/>
                <a:latin typeface="Times New Roman" panose="02020603050405020304" pitchFamily="18" charset="0"/>
              </a:rPr>
              <a:t>Technological</a:t>
            </a:r>
            <a:r>
              <a:rPr lang="en-US" sz="2800" b="0" i="0" spc="175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2800" b="0" i="0" spc="0" dirty="0">
                <a:effectLst/>
                <a:latin typeface="Times New Roman" panose="02020603050405020304" pitchFamily="18" charset="0"/>
              </a:rPr>
              <a:t>echolocation</a:t>
            </a:r>
            <a:r>
              <a:rPr lang="en-US" sz="2800" b="0" i="0" spc="17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2800" b="0" i="0" spc="0" dirty="0">
                <a:effectLst/>
                <a:latin typeface="Times New Roman" panose="02020603050405020304" pitchFamily="18" charset="0"/>
              </a:rPr>
              <a:t>has</a:t>
            </a:r>
            <a:r>
              <a:rPr lang="en-US" sz="2800" b="0" i="0" spc="185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2800" b="0" i="0" spc="0" dirty="0">
                <a:effectLst/>
                <a:latin typeface="Times New Roman" panose="02020603050405020304" pitchFamily="18" charset="0"/>
              </a:rPr>
              <a:t>applications</a:t>
            </a:r>
            <a:r>
              <a:rPr lang="en-US" sz="2800" b="0" i="0" spc="19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2800" b="0" i="0" spc="0" dirty="0">
                <a:effectLst/>
                <a:latin typeface="Times New Roman" panose="02020603050405020304" pitchFamily="18" charset="0"/>
              </a:rPr>
              <a:t>in</a:t>
            </a:r>
            <a:r>
              <a:rPr lang="en-US" sz="2800" b="0" i="0" spc="195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2800" b="0" i="0" spc="0" dirty="0">
                <a:effectLst/>
                <a:latin typeface="Times New Roman" panose="02020603050405020304" pitchFamily="18" charset="0"/>
              </a:rPr>
              <a:t>various</a:t>
            </a:r>
            <a:r>
              <a:rPr lang="en-US" sz="2800" b="0" i="0" spc="185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2800" b="0" i="0" spc="0" dirty="0">
                <a:effectLst/>
                <a:latin typeface="Times New Roman" panose="02020603050405020304" pitchFamily="18" charset="0"/>
              </a:rPr>
              <a:t>fields,</a:t>
            </a:r>
            <a:r>
              <a:rPr lang="en-US" sz="2800" b="0" i="0" spc="175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2800" b="0" i="0" spc="0" dirty="0">
                <a:effectLst/>
                <a:latin typeface="Times New Roman" panose="02020603050405020304" pitchFamily="18" charset="0"/>
              </a:rPr>
              <a:t>including</a:t>
            </a:r>
            <a:r>
              <a:rPr lang="en-US" sz="2800" b="0" i="0" spc="17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2800" b="0" i="0" spc="0" dirty="0">
                <a:effectLst/>
                <a:latin typeface="Times New Roman" panose="02020603050405020304" pitchFamily="18" charset="0"/>
              </a:rPr>
              <a:t>navigation, robotics, obstacle detection, and medical imaging.</a:t>
            </a:r>
          </a:p>
          <a:p>
            <a:pPr marL="342900" marR="0" lvl="0" indent="-342900" algn="l">
              <a:spcBef>
                <a:spcPts val="45"/>
              </a:spcBef>
              <a:buFont typeface="Symbol" panose="05050102010706020507" pitchFamily="18" charset="2"/>
              <a:buChar char=""/>
              <a:tabLst>
                <a:tab pos="667385" algn="l"/>
              </a:tabLst>
            </a:pPr>
            <a:r>
              <a:rPr lang="en-US" sz="2800" b="0" i="0" spc="0" dirty="0">
                <a:effectLst/>
                <a:latin typeface="Times New Roman" panose="02020603050405020304" pitchFamily="18" charset="0"/>
              </a:rPr>
              <a:t>It is</a:t>
            </a:r>
            <a:r>
              <a:rPr lang="en-US" sz="2800" b="0" i="0" spc="3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2800" b="0" i="0" spc="0" dirty="0">
                <a:effectLst/>
                <a:latin typeface="Times New Roman" panose="02020603050405020304" pitchFamily="18" charset="0"/>
              </a:rPr>
              <a:t>a</a:t>
            </a:r>
            <a:r>
              <a:rPr lang="en-US" sz="2800" b="0" i="0" spc="25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2800" b="0" i="0" spc="0" dirty="0">
                <a:effectLst/>
                <a:latin typeface="Times New Roman" panose="02020603050405020304" pitchFamily="18" charset="0"/>
              </a:rPr>
              <a:t>human-engineered</a:t>
            </a:r>
            <a:r>
              <a:rPr lang="en-US" sz="2800" b="0" i="0" spc="7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2800" b="0" i="0" spc="0" dirty="0">
                <a:effectLst/>
                <a:latin typeface="Times New Roman" panose="02020603050405020304" pitchFamily="18" charset="0"/>
              </a:rPr>
              <a:t>solution</a:t>
            </a:r>
            <a:r>
              <a:rPr lang="en-US" sz="2800" b="0" i="0" spc="4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2800" b="0" i="0" spc="0" dirty="0">
                <a:effectLst/>
                <a:latin typeface="Times New Roman" panose="02020603050405020304" pitchFamily="18" charset="0"/>
              </a:rPr>
              <a:t>inspired</a:t>
            </a:r>
            <a:r>
              <a:rPr lang="en-US" sz="2800" b="0" i="0" spc="2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2800" b="0" i="0" spc="0" dirty="0">
                <a:effectLst/>
                <a:latin typeface="Times New Roman" panose="02020603050405020304" pitchFamily="18" charset="0"/>
              </a:rPr>
              <a:t>by</a:t>
            </a:r>
            <a:r>
              <a:rPr lang="en-US" sz="2800" b="0" i="0" spc="-5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2800" b="0" i="0" spc="0" dirty="0">
                <a:effectLst/>
                <a:latin typeface="Times New Roman" panose="02020603050405020304" pitchFamily="18" charset="0"/>
              </a:rPr>
              <a:t>the</a:t>
            </a:r>
            <a:r>
              <a:rPr lang="en-US" sz="2800" b="0" i="0" spc="25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2800" b="0" i="0" spc="0" dirty="0">
                <a:effectLst/>
                <a:latin typeface="Times New Roman" panose="02020603050405020304" pitchFamily="18" charset="0"/>
              </a:rPr>
              <a:t>natural</a:t>
            </a:r>
            <a:r>
              <a:rPr lang="en-US" sz="2800" b="0" i="0" spc="3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2800" b="0" i="0" spc="0" dirty="0">
                <a:effectLst/>
                <a:latin typeface="Times New Roman" panose="02020603050405020304" pitchFamily="18" charset="0"/>
              </a:rPr>
              <a:t>abilities</a:t>
            </a:r>
            <a:r>
              <a:rPr lang="en-US" sz="2800" b="0" i="0" spc="5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2800" b="0" i="0" spc="0" dirty="0">
                <a:effectLst/>
                <a:latin typeface="Times New Roman" panose="02020603050405020304" pitchFamily="18" charset="0"/>
              </a:rPr>
              <a:t>of</a:t>
            </a:r>
            <a:r>
              <a:rPr lang="en-US" sz="2800" b="0" i="0" spc="-25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2800" b="0" i="0" spc="-10" dirty="0">
                <a:effectLst/>
                <a:latin typeface="Times New Roman" panose="02020603050405020304" pitchFamily="18" charset="0"/>
              </a:rPr>
              <a:t>animals.</a:t>
            </a:r>
            <a:endParaRPr lang="en-US" sz="2800" b="0" i="0" spc="0" dirty="0"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143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A7A80E-A2AC-B669-FBF4-C09645531F3F}"/>
              </a:ext>
            </a:extLst>
          </p:cNvPr>
          <p:cNvSpPr txBox="1"/>
          <p:nvPr/>
        </p:nvSpPr>
        <p:spPr>
          <a:xfrm>
            <a:off x="117446" y="67113"/>
            <a:ext cx="903704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Echolocation works by:</a:t>
            </a:r>
          </a:p>
          <a:p>
            <a:pPr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Sending out sound waves</a:t>
            </a:r>
          </a:p>
          <a:p>
            <a:pPr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Letting the waves hit objects</a:t>
            </a:r>
          </a:p>
          <a:p>
            <a:pPr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Receiving the sound that bounces back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3EC6AC-04DA-5376-6B5B-C6F9E3C53375}"/>
              </a:ext>
            </a:extLst>
          </p:cNvPr>
          <p:cNvSpPr txBox="1"/>
          <p:nvPr/>
        </p:nvSpPr>
        <p:spPr>
          <a:xfrm>
            <a:off x="176169" y="2743200"/>
            <a:ext cx="1201583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Mechanics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and hearing are similar because both depend on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reflected waves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Eyes detect light waves that bounce off objects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Echolocation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Ears detect sound waves that bounce off objects</a:t>
            </a:r>
          </a:p>
          <a:p>
            <a:pPr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brain studies these reflected waves to understand the surroundings.</a:t>
            </a:r>
          </a:p>
          <a:p>
            <a:pPr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sound waves bounce back, they are called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echoes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77043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A4FBEF-FD11-DF4B-8802-25C012825EF4}"/>
              </a:ext>
            </a:extLst>
          </p:cNvPr>
          <p:cNvSpPr txBox="1"/>
          <p:nvPr/>
        </p:nvSpPr>
        <p:spPr>
          <a:xfrm>
            <a:off x="109057" y="100669"/>
            <a:ext cx="11870422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ultrasonic sensor is a device that uses high-frequency sound waves (ultrasound) to detect objects and measure distances. </a:t>
            </a:r>
          </a:p>
          <a:p>
            <a:pPr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works on the same basic principle as echolocation used by bats.</a:t>
            </a:r>
          </a:p>
          <a:p>
            <a:pPr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32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an Ultrasonic Sensor Works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sensor emits ultrasonic sound waves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waves travel through the air and hit an object.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sound bounces back as an echo.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sensor measures the time taken for the echo to return.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is calculated from this time.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625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65AF51-0EFE-1715-6400-14A0A64EF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29" y="1458505"/>
            <a:ext cx="5034355" cy="455640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7E9EECA-C921-BC1F-6237-DD7EB535E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4597" y="1559175"/>
            <a:ext cx="6954474" cy="45564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44FCB7-0D2B-21AB-AAF1-CE477F269D98}"/>
              </a:ext>
            </a:extLst>
          </p:cNvPr>
          <p:cNvSpPr txBox="1"/>
          <p:nvPr/>
        </p:nvSpPr>
        <p:spPr>
          <a:xfrm>
            <a:off x="318781" y="411061"/>
            <a:ext cx="102932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Ultrasonic Sensors in Robotics and Autonomous Vehicles </a:t>
            </a:r>
          </a:p>
        </p:txBody>
      </p:sp>
    </p:spTree>
    <p:extLst>
      <p:ext uri="{BB962C8B-B14F-4D97-AF65-F5344CB8AC3E}">
        <p14:creationId xmlns:p14="http://schemas.microsoft.com/office/powerpoint/2010/main" val="939153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E64307-E082-4B4B-F67D-BD98F1AFABE0}"/>
              </a:ext>
            </a:extLst>
          </p:cNvPr>
          <p:cNvSpPr txBox="1"/>
          <p:nvPr/>
        </p:nvSpPr>
        <p:spPr>
          <a:xfrm>
            <a:off x="75501" y="58723"/>
            <a:ext cx="1192914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in Robotics: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robots, ultrasonic sensors help with:</a:t>
            </a:r>
          </a:p>
          <a:p>
            <a:pPr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Obstacle detection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Identify objects in the path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measurement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Know how far objects are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Move safely without collisions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avoidance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Change direction when needed</a:t>
            </a: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mobile robot uses ultrasonic sensors to avoid hitting walls or furniture</a:t>
            </a:r>
            <a:r>
              <a:rPr lang="en-U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10251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E058FE-BC5F-41D7-E4EE-0845EB6BF9A6}"/>
              </a:ext>
            </a:extLst>
          </p:cNvPr>
          <p:cNvSpPr txBox="1"/>
          <p:nvPr/>
        </p:nvSpPr>
        <p:spPr>
          <a:xfrm>
            <a:off x="67112" y="92280"/>
            <a:ext cx="1192075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in Autonomous Vehicles</a:t>
            </a:r>
          </a:p>
          <a:p>
            <a:pPr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self-driving or smart vehicles, they are used for: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Parking assistance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Collision avoidance at short range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Blind-spot detection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Low-speed maneuvering safety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reversing a car, ultrasonic sensors detect nearby obstacles and trigger warning sounds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83485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5DBF60D-E886-8C73-2A6B-44F567CAD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450" y="302004"/>
            <a:ext cx="11392249" cy="547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628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A56E4E-3ADE-C7D4-32ED-A6B9D9EA50D9}"/>
              </a:ext>
            </a:extLst>
          </p:cNvPr>
          <p:cNvSpPr txBox="1"/>
          <p:nvPr/>
        </p:nvSpPr>
        <p:spPr>
          <a:xfrm>
            <a:off x="188843" y="69575"/>
            <a:ext cx="11638722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/>
              <a:t>Natural Photosynthesis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Natural photosynthesis occurs in plants, algae, and some bacteria.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These organisms use sunlight, water, and carbon dioxide to produce food and oxygen.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The process removes carbon dioxide, a greenhouse gas, from the atmosphere.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Natural photosynthesis is not very efficient.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Most plants have an efficiency of less than 1%.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Microalgae grown in bioreactors reach only about 3% efficiency.</a:t>
            </a:r>
          </a:p>
        </p:txBody>
      </p:sp>
    </p:spTree>
    <p:extLst>
      <p:ext uri="{BB962C8B-B14F-4D97-AF65-F5344CB8AC3E}">
        <p14:creationId xmlns:p14="http://schemas.microsoft.com/office/powerpoint/2010/main" val="4107296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1629C2-0E9D-F83E-F487-74768B8C4D01}"/>
              </a:ext>
            </a:extLst>
          </p:cNvPr>
          <p:cNvSpPr txBox="1"/>
          <p:nvPr/>
        </p:nvSpPr>
        <p:spPr>
          <a:xfrm>
            <a:off x="208722" y="168965"/>
            <a:ext cx="1164866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living organisms on Earth depend on photosynthesis.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Photosynthesis is carried out by plants, algae, and some bacteria.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organisms use sunlight to make their own food. During this process, oxygen is released into the air.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is stored in the form of glucose 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Herbivores get this energy by eating plants.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Carnivores get energy by eating herbivores</a:t>
            </a:r>
            <a:r>
              <a:rPr lang="en-US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029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13A9FD-2A21-3495-F1EF-A86D973219C6}"/>
              </a:ext>
            </a:extLst>
          </p:cNvPr>
          <p:cNvSpPr txBox="1"/>
          <p:nvPr/>
        </p:nvSpPr>
        <p:spPr>
          <a:xfrm>
            <a:off x="119270" y="129209"/>
            <a:ext cx="11797747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000000"/>
                </a:solidFill>
                <a:effectLst/>
                <a:latin typeface="TimesNewRomanPS-BoldMT"/>
              </a:rPr>
              <a:t>BIONIC LEAF: </a:t>
            </a:r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bionic Leaf is a biomimetic system that gathers solar energy via photovoltaic cells that can be stored or used in several different functions.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Bionic leaves can be composed of both synthetic (metals, ceramics, polymers, etc.) and organic materials (bacteria).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Bionic Leaf has the potential to be implemented in communities, such as urbanized areas to provide clean air as well as providing needed clean energy.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9422513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F1696C3-1D59-415B-D129-8220D6212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679" y="1571625"/>
            <a:ext cx="8089696" cy="42922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BAABE8-24A6-3413-E666-741DC65EB98D}"/>
              </a:ext>
            </a:extLst>
          </p:cNvPr>
          <p:cNvSpPr txBox="1"/>
          <p:nvPr/>
        </p:nvSpPr>
        <p:spPr>
          <a:xfrm>
            <a:off x="1006679" y="469783"/>
            <a:ext cx="81478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Bionic Leaf and Artificial Photosynthesis</a:t>
            </a:r>
          </a:p>
        </p:txBody>
      </p:sp>
    </p:spTree>
    <p:extLst>
      <p:ext uri="{BB962C8B-B14F-4D97-AF65-F5344CB8AC3E}">
        <p14:creationId xmlns:p14="http://schemas.microsoft.com/office/powerpoint/2010/main" val="30147135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422B30-4D79-DCBE-2732-FB522DF2896B}"/>
              </a:ext>
            </a:extLst>
          </p:cNvPr>
          <p:cNvSpPr txBox="1"/>
          <p:nvPr/>
        </p:nvSpPr>
        <p:spPr>
          <a:xfrm>
            <a:off x="178904" y="228600"/>
            <a:ext cx="1201309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4000" dirty="0"/>
              <a:t>The Bionic Leaf is an artificial system that mimics natural photosynthesis.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/>
              <a:t>It performs artificial photosynthesis.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/>
              <a:t>The Bionic Leaf is about ten times more efficient than natural photosynthesis.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/>
              <a:t>It uses catalysts to capture carbon dioxide from the air.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/>
              <a:t>Captured carbon dioxide is converted into useful fuels such as isopropanol and </a:t>
            </a:r>
            <a:r>
              <a:rPr lang="en-US" sz="4000" dirty="0" err="1"/>
              <a:t>isobutanol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383749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2F8C01-E562-70B3-538D-82A39576F004}"/>
              </a:ext>
            </a:extLst>
          </p:cNvPr>
          <p:cNvSpPr txBox="1"/>
          <p:nvPr/>
        </p:nvSpPr>
        <p:spPr>
          <a:xfrm>
            <a:off x="258417" y="149087"/>
            <a:ext cx="11728174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 for Higher Efficiency of Bionic Leaf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photosynthesis has many energy loss steps.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energy bottlenecks reduce overall efficiency.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systems avoid these natural limitations.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artificial systems are efficient but often cannot fix carbon dioxide fully.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Bionic Leaf catalysts are combined with the bacterium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Ralstonia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eutropha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hybrid system is formed.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hybrid system can fix carbon dioxide effectively.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than 50% of the input energy is stored as useful chemical products.</a:t>
            </a:r>
          </a:p>
        </p:txBody>
      </p:sp>
    </p:spTree>
    <p:extLst>
      <p:ext uri="{BB962C8B-B14F-4D97-AF65-F5344CB8AC3E}">
        <p14:creationId xmlns:p14="http://schemas.microsoft.com/office/powerpoint/2010/main" val="17773569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6CAD47-7B8D-2973-037D-CFCD5E4E3F2B}"/>
              </a:ext>
            </a:extLst>
          </p:cNvPr>
          <p:cNvSpPr txBox="1"/>
          <p:nvPr/>
        </p:nvSpPr>
        <p:spPr>
          <a:xfrm>
            <a:off x="149086" y="79513"/>
            <a:ext cx="1204291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of a Bionic Leaf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bionic leaf is a biohybrid system that converts sunlight into chemical energy.</a:t>
            </a:r>
          </a:p>
          <a:p>
            <a:pPr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Photosynthetic Organism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organisms such as cyanobacteria or genetically modified plants.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pigments like chlorophyll to absorb sunlight.</a:t>
            </a:r>
          </a:p>
          <a:p>
            <a:pPr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Light Harvesting System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sunlight efficiently.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use artificial dyes or semiconductor materials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237817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928B1D-370E-1DEE-BDDD-9F7F81A780BE}"/>
              </a:ext>
            </a:extLst>
          </p:cNvPr>
          <p:cNvSpPr txBox="1"/>
          <p:nvPr/>
        </p:nvSpPr>
        <p:spPr>
          <a:xfrm>
            <a:off x="298174" y="198784"/>
            <a:ext cx="1176793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Catalysts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in water splitting and carbon dioxide conversion.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enzymes like hydrogenase and nitrogenase.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also be synthetic catalysts like Rubisco.</a:t>
            </a:r>
          </a:p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Electron Transfer Pathway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Transfers electrons produced during water splitting.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chemical reactions for fuel production.</a:t>
            </a:r>
          </a:p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Carbon Dioxide Source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Supplies CO₂ needed for photosynthesis.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CO₂ can come from air or industrial emissions.</a:t>
            </a:r>
          </a:p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Energy Storage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energy in chemical form.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hydrogen gas or liquid fuels.</a:t>
            </a:r>
          </a:p>
        </p:txBody>
      </p:sp>
    </p:spTree>
    <p:extLst>
      <p:ext uri="{BB962C8B-B14F-4D97-AF65-F5344CB8AC3E}">
        <p14:creationId xmlns:p14="http://schemas.microsoft.com/office/powerpoint/2010/main" val="22530603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CE7F4D-B09F-98B3-80AE-BC00B5D99B5C}"/>
              </a:ext>
            </a:extLst>
          </p:cNvPr>
          <p:cNvSpPr txBox="1"/>
          <p:nvPr/>
        </p:nvSpPr>
        <p:spPr>
          <a:xfrm>
            <a:off x="268356" y="188843"/>
            <a:ext cx="11708295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Control and Monitoring System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 light intensity, temperature, pH, and CO₂ levels.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efficiency and system stability.</a:t>
            </a:r>
          </a:p>
          <a:p>
            <a:pPr>
              <a:buNone/>
            </a:pP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Bionic Leaf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Renewable Energy Production: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Produces clean fuels using sunlight.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Agriculture: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Enhances plant growth and improves crop yield.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Remediation: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remove pollutants from air, water, and soil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00084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A48CA3C-7D7D-C4C8-B03B-22C1568D4F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60" y="0"/>
            <a:ext cx="11786532" cy="6132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6392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7B9A87-7E03-7087-2836-5FB3A715528D}"/>
              </a:ext>
            </a:extLst>
          </p:cNvPr>
          <p:cNvSpPr txBox="1"/>
          <p:nvPr/>
        </p:nvSpPr>
        <p:spPr>
          <a:xfrm>
            <a:off x="216310" y="0"/>
            <a:ext cx="22122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rgbClr val="000000"/>
                </a:solidFill>
                <a:effectLst/>
                <a:latin typeface="TimesNewRomanPS-BoldMT"/>
              </a:rPr>
              <a:t>BI R D FLYI NG: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59CC95-8818-F310-0632-00654E66BBC5}"/>
              </a:ext>
            </a:extLst>
          </p:cNvPr>
          <p:cNvSpPr txBox="1"/>
          <p:nvPr/>
        </p:nvSpPr>
        <p:spPr>
          <a:xfrm>
            <a:off x="216309" y="369333"/>
            <a:ext cx="11847871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Birds fly by flapping their wings.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use their body weight and air movement to stay in the air.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Birds navigate using visual cues.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also use the Earth’s magnetic field.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Birds use the sun and stars for navigation.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Aircraft use engines to produce thrust.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wings create lift to keep them in the air.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Aircraft navigate using instruments and systems.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helps aircraft find their position.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uses signals from satellites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147419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9F6C49-A840-C188-3A7A-0316ED499E99}"/>
              </a:ext>
            </a:extLst>
          </p:cNvPr>
          <p:cNvSpPr txBox="1"/>
          <p:nvPr/>
        </p:nvSpPr>
        <p:spPr>
          <a:xfrm>
            <a:off x="0" y="108155"/>
            <a:ext cx="1204451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Birds and aircraft can both fly.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flying methods are different.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navigation methods are also different.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Bird flight inspired the invention of aircraft.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inventors like the Wright brothers studied birds.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observed how birds used wings and body movement.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knowledge helped improve aircraft design.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was not inspired by birds.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was developed for accurate navigation.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in aviation for navigation and safety.</a:t>
            </a:r>
          </a:p>
        </p:txBody>
      </p:sp>
    </p:spTree>
    <p:extLst>
      <p:ext uri="{BB962C8B-B14F-4D97-AF65-F5344CB8AC3E}">
        <p14:creationId xmlns:p14="http://schemas.microsoft.com/office/powerpoint/2010/main" val="34420663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6874654-48C1-D7AC-2B2B-6D880B6BB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42" y="293221"/>
            <a:ext cx="4514850" cy="36392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5564094-3D41-BB32-EDFD-0369D7EBF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6340" y="293221"/>
            <a:ext cx="4852333" cy="363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8864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91FB25-6423-8169-DCCF-A68D73329C65}"/>
              </a:ext>
            </a:extLst>
          </p:cNvPr>
          <p:cNvSpPr txBox="1"/>
          <p:nvPr/>
        </p:nvSpPr>
        <p:spPr>
          <a:xfrm>
            <a:off x="294968" y="137653"/>
            <a:ext cx="510294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000000"/>
                </a:solidFill>
                <a:effectLst/>
                <a:latin typeface="TimesNewRomanPS-BoldMT"/>
              </a:rPr>
              <a:t>AIRCRAFT: </a:t>
            </a:r>
            <a:endParaRPr lang="en-US" sz="2000" dirty="0"/>
          </a:p>
          <a:p>
            <a:pPr>
              <a:buNone/>
            </a:pPr>
            <a:r>
              <a:rPr lang="en-US" sz="2000" b="1" dirty="0">
                <a:solidFill>
                  <a:srgbClr val="000000"/>
                </a:solidFill>
                <a:effectLst/>
                <a:latin typeface="TimesNewRomanPS-BoldMT"/>
              </a:rPr>
              <a:t>MECHANISM</a:t>
            </a: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C2BDEC-4EE1-A628-1E2E-09811E59E97E}"/>
              </a:ext>
            </a:extLst>
          </p:cNvPr>
          <p:cNvSpPr txBox="1"/>
          <p:nvPr/>
        </p:nvSpPr>
        <p:spPr>
          <a:xfrm>
            <a:off x="117987" y="668594"/>
            <a:ext cx="1187736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Bird flight and aircraft flight follow similar principles.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use aerodynamic forces.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forces are lift, drag, and thrust.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Lift is produced when air flows over the wings.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wing is shaped like an airfoil.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airfoil shape creates an upward force.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 is pushed downward as lift is created.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birds also get lift from airflow around their bodies.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happens especially when wings are folded or partly folded.</a:t>
            </a:r>
          </a:p>
        </p:txBody>
      </p:sp>
    </p:spTree>
    <p:extLst>
      <p:ext uri="{BB962C8B-B14F-4D97-AF65-F5344CB8AC3E}">
        <p14:creationId xmlns:p14="http://schemas.microsoft.com/office/powerpoint/2010/main" val="38233729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054955-D7D7-2704-9CC1-0A30E031EFFC}"/>
              </a:ext>
            </a:extLst>
          </p:cNvPr>
          <p:cNvSpPr txBox="1"/>
          <p:nvPr/>
        </p:nvSpPr>
        <p:spPr>
          <a:xfrm>
            <a:off x="123986" y="61993"/>
            <a:ext cx="12181668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Drag is a force that acts opposite to motion.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Drag causes loss of energy during flight.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main types of drag.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Lift-induced drag comes from producing lift.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drag creates wingtip vortices.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Parasitic drag comes from air friction and body shape.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 friction drag is caused by air rubbing against surfaces.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 drag is caused by the bird’s front area.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Birds have streamlined bodies.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Streamlining reduces drag forces.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Birds do not have engines.</a:t>
            </a:r>
          </a:p>
        </p:txBody>
      </p:sp>
    </p:spTree>
    <p:extLst>
      <p:ext uri="{BB962C8B-B14F-4D97-AF65-F5344CB8AC3E}">
        <p14:creationId xmlns:p14="http://schemas.microsoft.com/office/powerpoint/2010/main" val="25783978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34D53D-C1F1-EC6A-BC68-01BDFBA6915D}"/>
              </a:ext>
            </a:extLst>
          </p:cNvPr>
          <p:cNvSpPr txBox="1"/>
          <p:nvPr/>
        </p:nvSpPr>
        <p:spPr>
          <a:xfrm>
            <a:off x="216310" y="108155"/>
            <a:ext cx="11749547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Birds generate thrust by flapping their wings.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Thrust depends on wing movement, speed, and frequency.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Thrust moves an aircraft forward.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produced by propellers or engines.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 is pulled in and pushed out backward.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Drag slows an object down.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Drag acts opposite to thrust.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 is caused by gravity.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Lift keeps an airplane in the air.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Wings create most of the lift.</a:t>
            </a:r>
          </a:p>
        </p:txBody>
      </p:sp>
    </p:spTree>
    <p:extLst>
      <p:ext uri="{BB962C8B-B14F-4D97-AF65-F5344CB8AC3E}">
        <p14:creationId xmlns:p14="http://schemas.microsoft.com/office/powerpoint/2010/main" val="33269567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4C720A-D167-F7BE-7559-1868C57209E8}"/>
              </a:ext>
            </a:extLst>
          </p:cNvPr>
          <p:cNvSpPr txBox="1"/>
          <p:nvPr/>
        </p:nvSpPr>
        <p:spPr>
          <a:xfrm>
            <a:off x="137651" y="78658"/>
            <a:ext cx="1172988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force has an opposite force.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Lift works against weight.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Thrust works against drag.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forces allow level flight.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lift and thrust cause the plane to rise.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gravity and drag cause the plane to descend.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Lift pushes upward like drag pushes backward.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 pressure is higher below the wing.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higher pressure pushes the wing upward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345782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755C96-0F8B-2C36-2CCB-EE70A2B8139D}"/>
              </a:ext>
            </a:extLst>
          </p:cNvPr>
          <p:cNvSpPr txBox="1"/>
          <p:nvPr/>
        </p:nvSpPr>
        <p:spPr>
          <a:xfrm>
            <a:off x="88490" y="78658"/>
            <a:ext cx="29791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0000"/>
                </a:solidFill>
                <a:effectLst/>
                <a:latin typeface="TimesNewRomanPS-BoldMT"/>
              </a:rPr>
              <a:t>LOTUS LEAF EFFECT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D371E9-75BE-398A-46FD-362B95FF839E}"/>
              </a:ext>
            </a:extLst>
          </p:cNvPr>
          <p:cNvSpPr txBox="1"/>
          <p:nvPr/>
        </p:nvSpPr>
        <p:spPr>
          <a:xfrm>
            <a:off x="186813" y="540775"/>
            <a:ext cx="1189703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lotus leaf has a highly water-repellent surface.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property is called super hydrophobicity.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known as the lotus effect.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repellency is important for self-cleaning materials.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Scientists study this effect in nature and artificial systems.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lotus effect allows lotus leaves to repel water.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helps the leaf clean itself.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lotus leaf has a special surface structure.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surface has very small bumps.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has wax-coated tiny hairs.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structures exist at micro and nano scales.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create a high contact angle with water droplets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752363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7074B27-E600-802C-EF9C-800E269AE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237" y="0"/>
            <a:ext cx="9462781" cy="6046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1849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510C58-2C5F-E052-54F4-6448F549694E}"/>
              </a:ext>
            </a:extLst>
          </p:cNvPr>
          <p:cNvSpPr txBox="1"/>
          <p:nvPr/>
        </p:nvSpPr>
        <p:spPr>
          <a:xfrm>
            <a:off x="98323" y="167148"/>
            <a:ext cx="11965858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droplets do not stick to the surface.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droplets roll off easily.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Rolling water carries away dirt and dust.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makes the leaf self-cleaning.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leaf resists water and dirt adhesion.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lotus effect inspires modern technology.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Scientists develop superhydrophobic surfaces using this idea.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surfaces are also self-cleaning.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surfaces are used in many industries.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used in aerospace and automotive industries.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used in building materials and medical devices.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Self-cleaning coatings reduce cleaning and maintenance.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Superhydrophobic coatings help prevent ice formation on aircraft wings.</a:t>
            </a:r>
          </a:p>
        </p:txBody>
      </p:sp>
    </p:spTree>
    <p:extLst>
      <p:ext uri="{BB962C8B-B14F-4D97-AF65-F5344CB8AC3E}">
        <p14:creationId xmlns:p14="http://schemas.microsoft.com/office/powerpoint/2010/main" val="36715650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C53E8E-669A-3E18-AE39-12F52A830ED7}"/>
              </a:ext>
            </a:extLst>
          </p:cNvPr>
          <p:cNvSpPr txBox="1"/>
          <p:nvPr/>
        </p:nvSpPr>
        <p:spPr>
          <a:xfrm>
            <a:off x="-1" y="0"/>
            <a:ext cx="12005187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Superhydrophobic surfaces can clean themselves.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Normally, cleaning happens when water droplets roll or hit the surface.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process usually needs external forces like gravity.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new self-cleaning method is demonstrated here.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surface is exposed to water vapor.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vapor condenses into tiny liquid droplets.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droplets form on the contaminated surface.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droplets partially or fully surround dirt particles.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droplets then jump off the surface.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jumping happens without gravity or external force.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jumping motion removes the dirt particles.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motion is caused by surface energy release.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Surface energy is released when small droplets merge.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process is called droplet coalescence.</a:t>
            </a:r>
          </a:p>
        </p:txBody>
      </p:sp>
    </p:spTree>
    <p:extLst>
      <p:ext uri="{BB962C8B-B14F-4D97-AF65-F5344CB8AC3E}">
        <p14:creationId xmlns:p14="http://schemas.microsoft.com/office/powerpoint/2010/main" val="13121042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4CC702-8D75-AF95-E28C-64FB411F9F2A}"/>
              </a:ext>
            </a:extLst>
          </p:cNvPr>
          <p:cNvSpPr txBox="1"/>
          <p:nvPr/>
        </p:nvSpPr>
        <p:spPr>
          <a:xfrm>
            <a:off x="206477" y="186813"/>
            <a:ext cx="1166105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jumping droplets carry contaminants away.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mechanism was observed on cicada wings.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Dirt on cicada wings cannot be removed by gravity.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 and wing vibration also cannot remove the dirt.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jumping droplets clean the wings effectively.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discovery helps in designing new self-cleaning materials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634637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369B5E-C855-27E0-1A45-BE54AE6B5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790" y="375248"/>
            <a:ext cx="8451209" cy="5324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3329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2743AF-756B-4880-B0A1-C13A2F670A5D}"/>
              </a:ext>
            </a:extLst>
          </p:cNvPr>
          <p:cNvSpPr txBox="1"/>
          <p:nvPr/>
        </p:nvSpPr>
        <p:spPr>
          <a:xfrm>
            <a:off x="68826" y="117987"/>
            <a:ext cx="11956026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Mechanism 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self-cleaning process happens automatically.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occurs on superhydrophobic surfaces.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vapor condenses on the surface.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Condensed water covers or surrounds dirt particles.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water droplets merge together.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Merging releases surface energy.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energy causes the droplet to jump.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jumping droplet removes dirt particles.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droplet size is similar to or larger than the particle size.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another case, particles group together.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condensation causes this grouping.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group of particles jumps away from the surface.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also cleans the surface effectively.</a:t>
            </a:r>
          </a:p>
        </p:txBody>
      </p:sp>
    </p:spTree>
    <p:extLst>
      <p:ext uri="{BB962C8B-B14F-4D97-AF65-F5344CB8AC3E}">
        <p14:creationId xmlns:p14="http://schemas.microsoft.com/office/powerpoint/2010/main" val="37889979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32EC44-C863-D00F-B173-379D3EF8E023}"/>
              </a:ext>
            </a:extLst>
          </p:cNvPr>
          <p:cNvSpPr txBox="1"/>
          <p:nvPr/>
        </p:nvSpPr>
        <p:spPr>
          <a:xfrm>
            <a:off x="334298" y="219322"/>
            <a:ext cx="39230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effectLst/>
                <a:latin typeface="TimesNewRomanPS-BoldMT"/>
              </a:rPr>
              <a:t>PLANT BURRS and VELCRO</a:t>
            </a: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CCFD3C-9E8A-8217-9801-D034A20CD1BB}"/>
              </a:ext>
            </a:extLst>
          </p:cNvPr>
          <p:cNvSpPr txBox="1"/>
          <p:nvPr/>
        </p:nvSpPr>
        <p:spPr>
          <a:xfrm>
            <a:off x="108155" y="619432"/>
            <a:ext cx="11749547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plants, like burdock, have burrs that stick to clothes and animal fur.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burrs have tiny hooks that help the plant spread its seeds.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Swiss engineer named George de Mestral noticed this in 1941.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studied the burrs under a microscope and saw the hook shape.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idea inspired him to invent Velcro.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Velcro has two strips: one with hooks and one with loops.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pressed together, the hooks catch the loops and hold tightly.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Velcro is easy to open and close, so it is used in clothes, shoes, bags, and medical items.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name Velcro comes from the words velvet and crochet.</a:t>
            </a:r>
          </a:p>
        </p:txBody>
      </p:sp>
    </p:spTree>
    <p:extLst>
      <p:ext uri="{BB962C8B-B14F-4D97-AF65-F5344CB8AC3E}">
        <p14:creationId xmlns:p14="http://schemas.microsoft.com/office/powerpoint/2010/main" val="34109894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6198285-437B-79A5-239B-9EBE95351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2" y="176170"/>
            <a:ext cx="4228451" cy="3422708"/>
          </a:xfrm>
          <a:prstGeom prst="rect">
            <a:avLst/>
          </a:prstGeom>
        </p:spPr>
      </p:pic>
      <p:pic>
        <p:nvPicPr>
          <p:cNvPr id="1026" name="Picture 2" descr="Classic Teal Velvet Fabric">
            <a:extLst>
              <a:ext uri="{FF2B5EF4-FFF2-40B4-BE49-F238E27FC236}">
                <a16:creationId xmlns:a16="http://schemas.microsoft.com/office/drawing/2014/main" id="{CCCDE5DB-3690-AECE-FFE1-4AECB9F741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8442" y="58724"/>
            <a:ext cx="3770153" cy="3770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otton Embroidery Lace Fabric,crochet Fabric by the Yard - Etsy">
            <a:extLst>
              <a:ext uri="{FF2B5EF4-FFF2-40B4-BE49-F238E27FC236}">
                <a16:creationId xmlns:a16="http://schemas.microsoft.com/office/drawing/2014/main" id="{CE103A6A-21D8-5C3E-D66B-6756456F8C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3354" y="58724"/>
            <a:ext cx="3193417" cy="3770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62B69B-0F11-2A29-CCF5-AC84A5237918}"/>
              </a:ext>
            </a:extLst>
          </p:cNvPr>
          <p:cNvSpPr txBox="1"/>
          <p:nvPr/>
        </p:nvSpPr>
        <p:spPr>
          <a:xfrm>
            <a:off x="6333687" y="4265693"/>
            <a:ext cx="487400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velvet and crochet.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5038831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C5DE0E-0B44-F8CD-8CB6-B24B45834D98}"/>
              </a:ext>
            </a:extLst>
          </p:cNvPr>
          <p:cNvSpPr txBox="1"/>
          <p:nvPr/>
        </p:nvSpPr>
        <p:spPr>
          <a:xfrm>
            <a:off x="83890" y="117446"/>
            <a:ext cx="118872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clothing and footwear for easy fasteners and adjustable straps.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Helpful for people with limited movement because it is easy to open and close.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Used in medical devices like braces and splints for secure fastening.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Used in aerospace to hold parts in place during launch and flight.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Used in automobiles to fix carpets, panels, and seat cushions.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Used in packaging for resealable bags and pouches.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Used in sports equipment like helmets and gloves for adjustable fitting.</a:t>
            </a:r>
          </a:p>
        </p:txBody>
      </p:sp>
    </p:spTree>
    <p:extLst>
      <p:ext uri="{BB962C8B-B14F-4D97-AF65-F5344CB8AC3E}">
        <p14:creationId xmlns:p14="http://schemas.microsoft.com/office/powerpoint/2010/main" val="10385399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5F714B-445F-C22A-4FCC-2E5013F59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468" y="0"/>
            <a:ext cx="6635691" cy="4932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7040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3FA640-A945-572F-27FD-DA399FA98B18}"/>
              </a:ext>
            </a:extLst>
          </p:cNvPr>
          <p:cNvSpPr txBox="1"/>
          <p:nvPr/>
        </p:nvSpPr>
        <p:spPr>
          <a:xfrm>
            <a:off x="83890" y="92279"/>
            <a:ext cx="11987868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Shark Skin and Friction-Reducing Swim Suits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Shark skin has tiny structures called denticles that reduce water resistance.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denticles disturb water flow and reduce turbulence around the shark’s body.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reducing turbulence, sharks can swim faster with less energy.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Turbulence occurs when water flows in an irregular and chaotic way.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Turbulence increases resistance and makes movement through water difficult.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Reducing turbulence helps swimmers move more efficiently.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denticles on shark skin break up turbulent water flow.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makes the water flow smoother and reduces drag.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result, the shark swims faster and more efficiently.</a:t>
            </a:r>
          </a:p>
        </p:txBody>
      </p:sp>
    </p:spTree>
    <p:extLst>
      <p:ext uri="{BB962C8B-B14F-4D97-AF65-F5344CB8AC3E}">
        <p14:creationId xmlns:p14="http://schemas.microsoft.com/office/powerpoint/2010/main" val="8001042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F7D51-86C5-021F-1AA1-C12B49663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9761" y="85638"/>
            <a:ext cx="809625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1911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08CE7B-5BDD-678F-8843-0C2A70917774}"/>
              </a:ext>
            </a:extLst>
          </p:cNvPr>
          <p:cNvSpPr txBox="1"/>
          <p:nvPr/>
        </p:nvSpPr>
        <p:spPr>
          <a:xfrm>
            <a:off x="461395" y="38930"/>
            <a:ext cx="11954312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Friction-Reducing Swim Suits</a:t>
            </a:r>
          </a:p>
          <a:p>
            <a:pPr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Shark skin inspired the development of friction-reducing swim suits.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swim suits reduce drag and improve swimmer performance.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made using structures similar to shark skin denticles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C6DA58-5313-9776-9A55-48C0736D42EC}"/>
              </a:ext>
            </a:extLst>
          </p:cNvPr>
          <p:cNvSpPr txBox="1"/>
          <p:nvPr/>
        </p:nvSpPr>
        <p:spPr>
          <a:xfrm>
            <a:off x="0" y="2323751"/>
            <a:ext cx="121920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Materials Used in Swim Suits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Polyurethane is used because it is durable and can be shaped easily. Lycra or spandex provides stretch and flexibility.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High-tech fabrics like silicone- or Teflon-based materials help reduce water resistance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959695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2AA542-A4B9-1A2E-E9D1-61CE3138A598}"/>
              </a:ext>
            </a:extLst>
          </p:cNvPr>
          <p:cNvSpPr txBox="1"/>
          <p:nvPr/>
        </p:nvSpPr>
        <p:spPr>
          <a:xfrm>
            <a:off x="167780" y="192947"/>
            <a:ext cx="11702642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Kingfisher Beak and Bullet Train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kingfisher beak is designed for efficient diving into water.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long, pointed shape reduces air and water resistance. The streamlined beak helps the bird dive with less energy.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sharp beak breaks the water surface easily by reducing surface tension.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reduces splash, helping the bird catch fish quietly.</a:t>
            </a:r>
          </a:p>
        </p:txBody>
      </p:sp>
    </p:spTree>
    <p:extLst>
      <p:ext uri="{BB962C8B-B14F-4D97-AF65-F5344CB8AC3E}">
        <p14:creationId xmlns:p14="http://schemas.microsoft.com/office/powerpoint/2010/main" val="642437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871516D-A74B-8C39-3054-E8FCAE7CD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083" y="0"/>
            <a:ext cx="6616117" cy="575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0506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623352-E73D-12BC-9ED2-8E1E47F78CCF}"/>
              </a:ext>
            </a:extLst>
          </p:cNvPr>
          <p:cNvSpPr txBox="1"/>
          <p:nvPr/>
        </p:nvSpPr>
        <p:spPr>
          <a:xfrm>
            <a:off x="226503" y="159392"/>
            <a:ext cx="1170264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Technological Importance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Engineers used the kingfisher beak as inspiration for the Shinkansen bullet train in Japan.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an example of biomimicry in engineering.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front of the bullet train is streamlined to reduce air resistance.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improves speed, stability, and energy efficiency.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design also reduces noise and vibration.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train enters tunnels, pressure waves are formed.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beak-shaped nose reduces these pressure waves.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lowers noise and improves passenger comfort.</a:t>
            </a:r>
          </a:p>
        </p:txBody>
      </p:sp>
    </p:spTree>
    <p:extLst>
      <p:ext uri="{BB962C8B-B14F-4D97-AF65-F5344CB8AC3E}">
        <p14:creationId xmlns:p14="http://schemas.microsoft.com/office/powerpoint/2010/main" val="5668923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55CCD6-3D17-2F55-19AE-285BF811EAF2}"/>
              </a:ext>
            </a:extLst>
          </p:cNvPr>
          <p:cNvSpPr txBox="1"/>
          <p:nvPr/>
        </p:nvSpPr>
        <p:spPr>
          <a:xfrm>
            <a:off x="117987" y="0"/>
            <a:ext cx="90333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effectLst/>
                <a:latin typeface="TimesNewRomanPS-BoldMT"/>
              </a:rPr>
              <a:t>HUMAN BLOOD SUBSTITUTES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88F48A-9E6B-2C2E-7EA8-C336D57C0379}"/>
              </a:ext>
            </a:extLst>
          </p:cNvPr>
          <p:cNvSpPr txBox="1"/>
          <p:nvPr/>
        </p:nvSpPr>
        <p:spPr>
          <a:xfrm>
            <a:off x="0" y="363344"/>
            <a:ext cx="1197569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often a shortage of donated blood, and sometimes donated blood may not be fully safe.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of this, scientists are trying to develop blood substitutes.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Blood substitutes are mainly of two types: volume expanders and oxygen carriers.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Volume expanders, like saline, replace the liquid part of blood.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Oxygen carriers are designed to carry oxygen like red blood cells do.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Developing oxygen carriers has been more difficult than volume expanders.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early type of oxygen carrier was perfluorocarbons (PFCs).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PFCs can carry oxygen well but cause side effects like flu-like symptoms and are not broken down by the body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069569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7C9056-E33E-D697-90BE-FDB3CFC93D02}"/>
              </a:ext>
            </a:extLst>
          </p:cNvPr>
          <p:cNvSpPr txBox="1"/>
          <p:nvPr/>
        </p:nvSpPr>
        <p:spPr>
          <a:xfrm>
            <a:off x="98323" y="98323"/>
            <a:ext cx="11798709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Umbilical cord blood is also being studied as a source of red blood cells.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Cord blood can be tested for infections and stored safely.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safe collection, ethical issues, and proper storage are still major concerns.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main artificial blood products are HBOCs and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PFCs.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clinical trials showed mixed results, and some patients had a higher risk of heart problems.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Later studies showed that not all blood substitutes are equally dangerous, and some may be safer than first believed.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HBOCs are made from natural hemoglobin and can release oxygen to tissues</a:t>
            </a:r>
          </a:p>
        </p:txBody>
      </p:sp>
    </p:spTree>
    <p:extLst>
      <p:ext uri="{BB962C8B-B14F-4D97-AF65-F5344CB8AC3E}">
        <p14:creationId xmlns:p14="http://schemas.microsoft.com/office/powerpoint/2010/main" val="28783095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F1A927-28BF-452B-4DA3-10E6C5903C27}"/>
              </a:ext>
            </a:extLst>
          </p:cNvPr>
          <p:cNvSpPr txBox="1"/>
          <p:nvPr/>
        </p:nvSpPr>
        <p:spPr>
          <a:xfrm>
            <a:off x="216310" y="98324"/>
            <a:ext cx="1166105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help preserve organs for transplantation by reducing damage and increasing preservation time.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PFCs stay in the blood for about 48 hours and can dissolve large amounts of oxygen.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must be mixed into an emulsion before use because they do not mix with blood.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PFCs are also being studied for reducing brain swelling after injury, but they may cause flu-like symptoms in some patients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92458143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2963</TotalTime>
  <Words>2927</Words>
  <Application>Microsoft Office PowerPoint</Application>
  <PresentationFormat>Widescreen</PresentationFormat>
  <Paragraphs>291</Paragraphs>
  <Slides>48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6" baseType="lpstr">
      <vt:lpstr>Arial</vt:lpstr>
      <vt:lpstr>Calibri</vt:lpstr>
      <vt:lpstr>Gill Sans MT</vt:lpstr>
      <vt:lpstr>Symbol</vt:lpstr>
      <vt:lpstr>Times New Roman</vt:lpstr>
      <vt:lpstr>TimesNewRomanPS-BoldMT</vt:lpstr>
      <vt:lpstr>Wingdings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madhurakulal21@gmail.com</dc:creator>
  <cp:lastModifiedBy>madhurakulal21@gmail.com</cp:lastModifiedBy>
  <cp:revision>1</cp:revision>
  <dcterms:created xsi:type="dcterms:W3CDTF">2026-01-19T03:54:43Z</dcterms:created>
  <dcterms:modified xsi:type="dcterms:W3CDTF">2026-03-05T09:24:30Z</dcterms:modified>
</cp:coreProperties>
</file>